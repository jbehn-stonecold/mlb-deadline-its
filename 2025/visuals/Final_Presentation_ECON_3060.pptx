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2" r:id="rId14"/>
    <p:sldId id="269" r:id="rId15"/>
    <p:sldId id="286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83" r:id="rId24"/>
    <p:sldId id="284" r:id="rId25"/>
    <p:sldId id="285" r:id="rId26"/>
    <p:sldId id="277" r:id="rId27"/>
    <p:sldId id="278" r:id="rId28"/>
    <p:sldId id="279" r:id="rId29"/>
    <p:sldId id="280" r:id="rId30"/>
    <p:sldId id="281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6C67CC-CB2E-4ECC-A19D-F12BFAEBF849}" v="272" dt="2026-04-17T01:34:03.1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9" d="100"/>
          <a:sy n="119" d="100"/>
        </p:scale>
        <p:origin x="-200" y="-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Behnfeldt" userId="4b33a04373493baa" providerId="LiveId" clId="{F2BBE356-D508-4691-8D09-113F4BECA297}"/>
    <pc:docChg chg="undo custSel addSld delSld modSld">
      <pc:chgData name="Jack Behnfeldt" userId="4b33a04373493baa" providerId="LiveId" clId="{F2BBE356-D508-4691-8D09-113F4BECA297}" dt="2026-04-24T19:50:17.296" v="465" actId="1076"/>
      <pc:docMkLst>
        <pc:docMk/>
      </pc:docMkLst>
      <pc:sldChg chg="delSp modSp mod modNotesTx">
        <pc:chgData name="Jack Behnfeldt" userId="4b33a04373493baa" providerId="LiveId" clId="{F2BBE356-D508-4691-8D09-113F4BECA297}" dt="2026-04-24T19:49:29.725" v="458" actId="20577"/>
        <pc:sldMkLst>
          <pc:docMk/>
          <pc:sldMk cId="0" sldId="257"/>
        </pc:sldMkLst>
        <pc:spChg chg="mod">
          <ac:chgData name="Jack Behnfeldt" userId="4b33a04373493baa" providerId="LiveId" clId="{F2BBE356-D508-4691-8D09-113F4BECA297}" dt="2026-04-17T01:26:26.577" v="278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Jack Behnfeldt" userId="4b33a04373493baa" providerId="LiveId" clId="{F2BBE356-D508-4691-8D09-113F4BECA297}" dt="2026-04-17T01:26:14.667" v="275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Jack Behnfeldt" userId="4b33a04373493baa" providerId="LiveId" clId="{F2BBE356-D508-4691-8D09-113F4BECA297}" dt="2026-04-17T01:26:12.242" v="274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Jack Behnfeldt" userId="4b33a04373493baa" providerId="LiveId" clId="{F2BBE356-D508-4691-8D09-113F4BECA297}" dt="2026-04-17T01:26:44.448" v="280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Jack Behnfeldt" userId="4b33a04373493baa" providerId="LiveId" clId="{F2BBE356-D508-4691-8D09-113F4BECA297}" dt="2026-04-17T01:26:06.286" v="272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Jack Behnfeldt" userId="4b33a04373493baa" providerId="LiveId" clId="{F2BBE356-D508-4691-8D09-113F4BECA297}" dt="2026-04-17T01:26:55.837" v="282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Jack Behnfeldt" userId="4b33a04373493baa" providerId="LiveId" clId="{F2BBE356-D508-4691-8D09-113F4BECA297}" dt="2026-04-17T01:26:48.860" v="281" actId="1076"/>
          <ac:spMkLst>
            <pc:docMk/>
            <pc:sldMk cId="0" sldId="257"/>
            <ac:spMk id="10" creationId="{00000000-0000-0000-0000-000000000000}"/>
          </ac:spMkLst>
        </pc:spChg>
      </pc:sldChg>
      <pc:sldChg chg="modSp mod">
        <pc:chgData name="Jack Behnfeldt" userId="4b33a04373493baa" providerId="LiveId" clId="{F2BBE356-D508-4691-8D09-113F4BECA297}" dt="2026-04-17T00:39:42.919" v="66" actId="20577"/>
        <pc:sldMkLst>
          <pc:docMk/>
          <pc:sldMk cId="0" sldId="258"/>
        </pc:sldMkLst>
        <pc:spChg chg="mod">
          <ac:chgData name="Jack Behnfeldt" userId="4b33a04373493baa" providerId="LiveId" clId="{F2BBE356-D508-4691-8D09-113F4BECA297}" dt="2026-04-17T00:39:42.919" v="66" actId="20577"/>
          <ac:spMkLst>
            <pc:docMk/>
            <pc:sldMk cId="0" sldId="258"/>
            <ac:spMk id="5" creationId="{00000000-0000-0000-0000-000000000000}"/>
          </ac:spMkLst>
        </pc:spChg>
      </pc:sldChg>
      <pc:sldChg chg="modSp mod modNotesTx">
        <pc:chgData name="Jack Behnfeldt" userId="4b33a04373493baa" providerId="LiveId" clId="{F2BBE356-D508-4691-8D09-113F4BECA297}" dt="2026-04-24T19:49:23.825" v="457" actId="20577"/>
        <pc:sldMkLst>
          <pc:docMk/>
          <pc:sldMk cId="0" sldId="259"/>
        </pc:sldMkLst>
        <pc:spChg chg="mod">
          <ac:chgData name="Jack Behnfeldt" userId="4b33a04373493baa" providerId="LiveId" clId="{F2BBE356-D508-4691-8D09-113F4BECA297}" dt="2026-04-17T00:38:51.788" v="49" actId="20577"/>
          <ac:spMkLst>
            <pc:docMk/>
            <pc:sldMk cId="0" sldId="259"/>
            <ac:spMk id="7" creationId="{00000000-0000-0000-0000-000000000000}"/>
          </ac:spMkLst>
        </pc:spChg>
      </pc:sldChg>
      <pc:sldChg chg="modSp mod modNotesTx">
        <pc:chgData name="Jack Behnfeldt" userId="4b33a04373493baa" providerId="LiveId" clId="{F2BBE356-D508-4691-8D09-113F4BECA297}" dt="2026-04-24T19:49:19.897" v="456" actId="20577"/>
        <pc:sldMkLst>
          <pc:docMk/>
          <pc:sldMk cId="0" sldId="260"/>
        </pc:sldMkLst>
        <pc:spChg chg="mod">
          <ac:chgData name="Jack Behnfeldt" userId="4b33a04373493baa" providerId="LiveId" clId="{F2BBE356-D508-4691-8D09-113F4BECA297}" dt="2026-04-17T00:39:02.484" v="57" actId="20577"/>
          <ac:spMkLst>
            <pc:docMk/>
            <pc:sldMk cId="0" sldId="260"/>
            <ac:spMk id="10" creationId="{00000000-0000-0000-0000-000000000000}"/>
          </ac:spMkLst>
        </pc:spChg>
        <pc:spChg chg="mod">
          <ac:chgData name="Jack Behnfeldt" userId="4b33a04373493baa" providerId="LiveId" clId="{F2BBE356-D508-4691-8D09-113F4BECA297}" dt="2026-04-17T00:31:15.920" v="32" actId="13926"/>
          <ac:spMkLst>
            <pc:docMk/>
            <pc:sldMk cId="0" sldId="260"/>
            <ac:spMk id="14" creationId="{00000000-0000-0000-0000-000000000000}"/>
          </ac:spMkLst>
        </pc:spChg>
      </pc:sldChg>
      <pc:sldChg chg="modSp mod modNotesTx">
        <pc:chgData name="Jack Behnfeldt" userId="4b33a04373493baa" providerId="LiveId" clId="{F2BBE356-D508-4691-8D09-113F4BECA297}" dt="2026-04-24T19:49:16.059" v="455" actId="20577"/>
        <pc:sldMkLst>
          <pc:docMk/>
          <pc:sldMk cId="0" sldId="262"/>
        </pc:sldMkLst>
        <pc:spChg chg="mod">
          <ac:chgData name="Jack Behnfeldt" userId="4b33a04373493baa" providerId="LiveId" clId="{F2BBE356-D508-4691-8D09-113F4BECA297}" dt="2026-04-17T01:23:43.149" v="262" actId="1035"/>
          <ac:spMkLst>
            <pc:docMk/>
            <pc:sldMk cId="0" sldId="262"/>
            <ac:spMk id="7" creationId="{00000000-0000-0000-0000-000000000000}"/>
          </ac:spMkLst>
        </pc:spChg>
        <pc:spChg chg="mod">
          <ac:chgData name="Jack Behnfeldt" userId="4b33a04373493baa" providerId="LiveId" clId="{F2BBE356-D508-4691-8D09-113F4BECA297}" dt="2026-04-17T00:25:13.192" v="29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Jack Behnfeldt" userId="4b33a04373493baa" providerId="LiveId" clId="{F2BBE356-D508-4691-8D09-113F4BECA297}" dt="2026-04-17T00:24:52.645" v="25" actId="14100"/>
          <ac:spMkLst>
            <pc:docMk/>
            <pc:sldMk cId="0" sldId="262"/>
            <ac:spMk id="14" creationId="{00000000-0000-0000-0000-000000000000}"/>
          </ac:spMkLst>
        </pc:spChg>
        <pc:spChg chg="mod">
          <ac:chgData name="Jack Behnfeldt" userId="4b33a04373493baa" providerId="LiveId" clId="{F2BBE356-D508-4691-8D09-113F4BECA297}" dt="2026-04-17T00:21:40.664" v="17" actId="107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Jack Behnfeldt" userId="4b33a04373493baa" providerId="LiveId" clId="{F2BBE356-D508-4691-8D09-113F4BECA297}" dt="2026-04-17T00:21:45.421" v="18" actId="107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Jack Behnfeldt" userId="4b33a04373493baa" providerId="LiveId" clId="{F2BBE356-D508-4691-8D09-113F4BECA297}" dt="2026-04-17T00:21:49.935" v="19" actId="1076"/>
          <ac:spMkLst>
            <pc:docMk/>
            <pc:sldMk cId="0" sldId="262"/>
            <ac:spMk id="17" creationId="{00000000-0000-0000-0000-000000000000}"/>
          </ac:spMkLst>
        </pc:spChg>
        <pc:spChg chg="mod">
          <ac:chgData name="Jack Behnfeldt" userId="4b33a04373493baa" providerId="LiveId" clId="{F2BBE356-D508-4691-8D09-113F4BECA297}" dt="2026-04-17T00:21:58.484" v="20" actId="107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Jack Behnfeldt" userId="4b33a04373493baa" providerId="LiveId" clId="{F2BBE356-D508-4691-8D09-113F4BECA297}" dt="2026-04-17T00:39:15.941" v="61" actId="20577"/>
          <ac:spMkLst>
            <pc:docMk/>
            <pc:sldMk cId="0" sldId="262"/>
            <ac:spMk id="19" creationId="{00000000-0000-0000-0000-000000000000}"/>
          </ac:spMkLst>
        </pc:spChg>
      </pc:sldChg>
      <pc:sldChg chg="modSp mod modNotesTx">
        <pc:chgData name="Jack Behnfeldt" userId="4b33a04373493baa" providerId="LiveId" clId="{F2BBE356-D508-4691-8D09-113F4BECA297}" dt="2026-04-24T19:49:13.447" v="454" actId="20577"/>
        <pc:sldMkLst>
          <pc:docMk/>
          <pc:sldMk cId="0" sldId="263"/>
        </pc:sldMkLst>
        <pc:spChg chg="mod">
          <ac:chgData name="Jack Behnfeldt" userId="4b33a04373493baa" providerId="LiveId" clId="{F2BBE356-D508-4691-8D09-113F4BECA297}" dt="2026-04-17T00:39:33.218" v="65" actId="20577"/>
          <ac:spMkLst>
            <pc:docMk/>
            <pc:sldMk cId="0" sldId="263"/>
            <ac:spMk id="7" creationId="{00000000-0000-0000-0000-000000000000}"/>
          </ac:spMkLst>
        </pc:spChg>
      </pc:sldChg>
      <pc:sldChg chg="modSp mod modNotesTx">
        <pc:chgData name="Jack Behnfeldt" userId="4b33a04373493baa" providerId="LiveId" clId="{F2BBE356-D508-4691-8D09-113F4BECA297}" dt="2026-04-24T19:49:07.085" v="453" actId="20577"/>
        <pc:sldMkLst>
          <pc:docMk/>
          <pc:sldMk cId="0" sldId="265"/>
        </pc:sldMkLst>
        <pc:spChg chg="mod">
          <ac:chgData name="Jack Behnfeldt" userId="4b33a04373493baa" providerId="LiveId" clId="{F2BBE356-D508-4691-8D09-113F4BECA297}" dt="2026-04-17T00:31:05.407" v="31" actId="1036"/>
          <ac:spMkLst>
            <pc:docMk/>
            <pc:sldMk cId="0" sldId="265"/>
            <ac:spMk id="4" creationId="{00000000-0000-0000-0000-000000000000}"/>
          </ac:spMkLst>
        </pc:spChg>
        <pc:spChg chg="mod">
          <ac:chgData name="Jack Behnfeldt" userId="4b33a04373493baa" providerId="LiveId" clId="{F2BBE356-D508-4691-8D09-113F4BECA297}" dt="2026-04-17T01:33:14.960" v="289" actId="20577"/>
          <ac:spMkLst>
            <pc:docMk/>
            <pc:sldMk cId="0" sldId="265"/>
            <ac:spMk id="9" creationId="{00000000-0000-0000-0000-000000000000}"/>
          </ac:spMkLst>
        </pc:spChg>
      </pc:sldChg>
      <pc:sldChg chg="modSp mod modNotesTx">
        <pc:chgData name="Jack Behnfeldt" userId="4b33a04373493baa" providerId="LiveId" clId="{F2BBE356-D508-4691-8D09-113F4BECA297}" dt="2026-04-24T19:49:04.525" v="452" actId="20577"/>
        <pc:sldMkLst>
          <pc:docMk/>
          <pc:sldMk cId="0" sldId="267"/>
        </pc:sldMkLst>
        <pc:spChg chg="mod">
          <ac:chgData name="Jack Behnfeldt" userId="4b33a04373493baa" providerId="LiveId" clId="{F2BBE356-D508-4691-8D09-113F4BECA297}" dt="2026-04-17T00:31:26.408" v="33" actId="1076"/>
          <ac:spMkLst>
            <pc:docMk/>
            <pc:sldMk cId="0" sldId="267"/>
            <ac:spMk id="8" creationId="{00000000-0000-0000-0000-000000000000}"/>
          </ac:spMkLst>
        </pc:spChg>
        <pc:spChg chg="mod">
          <ac:chgData name="Jack Behnfeldt" userId="4b33a04373493baa" providerId="LiveId" clId="{F2BBE356-D508-4691-8D09-113F4BECA297}" dt="2026-04-17T00:40:14.965" v="84" actId="20577"/>
          <ac:spMkLst>
            <pc:docMk/>
            <pc:sldMk cId="0" sldId="267"/>
            <ac:spMk id="9" creationId="{00000000-0000-0000-0000-000000000000}"/>
          </ac:spMkLst>
        </pc:spChg>
      </pc:sldChg>
      <pc:sldChg chg="addSp modSp mod modNotesTx">
        <pc:chgData name="Jack Behnfeldt" userId="4b33a04373493baa" providerId="LiveId" clId="{F2BBE356-D508-4691-8D09-113F4BECA297}" dt="2026-04-24T19:50:17.296" v="465" actId="1076"/>
        <pc:sldMkLst>
          <pc:docMk/>
          <pc:sldMk cId="0" sldId="269"/>
        </pc:sldMkLst>
        <pc:spChg chg="mod">
          <ac:chgData name="Jack Behnfeldt" userId="4b33a04373493baa" providerId="LiveId" clId="{F2BBE356-D508-4691-8D09-113F4BECA297}" dt="2026-04-24T19:45:10.717" v="329" actId="20577"/>
          <ac:spMkLst>
            <pc:docMk/>
            <pc:sldMk cId="0" sldId="269"/>
            <ac:spMk id="5" creationId="{00000000-0000-0000-0000-000000000000}"/>
          </ac:spMkLst>
        </pc:spChg>
        <pc:picChg chg="add mod">
          <ac:chgData name="Jack Behnfeldt" userId="4b33a04373493baa" providerId="LiveId" clId="{F2BBE356-D508-4691-8D09-113F4BECA297}" dt="2026-04-24T19:50:17.296" v="465" actId="1076"/>
          <ac:picMkLst>
            <pc:docMk/>
            <pc:sldMk cId="0" sldId="269"/>
            <ac:picMk id="11" creationId="{E76148DB-9A48-A60F-4304-F47AD62F7FC9}"/>
          </ac:picMkLst>
        </pc:picChg>
      </pc:sldChg>
      <pc:sldChg chg="modNotesTx">
        <pc:chgData name="Jack Behnfeldt" userId="4b33a04373493baa" providerId="LiveId" clId="{F2BBE356-D508-4691-8D09-113F4BECA297}" dt="2026-04-24T19:48:49.405" v="448" actId="20577"/>
        <pc:sldMkLst>
          <pc:docMk/>
          <pc:sldMk cId="0" sldId="270"/>
        </pc:sldMkLst>
      </pc:sldChg>
      <pc:sldChg chg="addSp delSp modSp mod modNotesTx">
        <pc:chgData name="Jack Behnfeldt" userId="4b33a04373493baa" providerId="LiveId" clId="{F2BBE356-D508-4691-8D09-113F4BECA297}" dt="2026-04-24T19:48:45.666" v="447" actId="20577"/>
        <pc:sldMkLst>
          <pc:docMk/>
          <pc:sldMk cId="0" sldId="272"/>
        </pc:sldMkLst>
        <pc:spChg chg="add del">
          <ac:chgData name="Jack Behnfeldt" userId="4b33a04373493baa" providerId="LiveId" clId="{F2BBE356-D508-4691-8D09-113F4BECA297}" dt="2026-04-17T01:11:51.195" v="140" actId="478"/>
          <ac:spMkLst>
            <pc:docMk/>
            <pc:sldMk cId="0" sldId="272"/>
            <ac:spMk id="2" creationId="{00000000-0000-0000-0000-000000000000}"/>
          </ac:spMkLst>
        </pc:spChg>
        <pc:picChg chg="add mod">
          <ac:chgData name="Jack Behnfeldt" userId="4b33a04373493baa" providerId="LiveId" clId="{F2BBE356-D508-4691-8D09-113F4BECA297}" dt="2026-04-17T01:12:20.825" v="145" actId="1076"/>
          <ac:picMkLst>
            <pc:docMk/>
            <pc:sldMk cId="0" sldId="272"/>
            <ac:picMk id="9" creationId="{7B0D973A-33B0-151C-416C-D57831428E9E}"/>
          </ac:picMkLst>
        </pc:picChg>
      </pc:sldChg>
      <pc:sldChg chg="modSp mod modNotesTx">
        <pc:chgData name="Jack Behnfeldt" userId="4b33a04373493baa" providerId="LiveId" clId="{F2BBE356-D508-4691-8D09-113F4BECA297}" dt="2026-04-24T19:48:41.915" v="446" actId="20577"/>
        <pc:sldMkLst>
          <pc:docMk/>
          <pc:sldMk cId="0" sldId="273"/>
        </pc:sldMkLst>
        <pc:spChg chg="mod">
          <ac:chgData name="Jack Behnfeldt" userId="4b33a04373493baa" providerId="LiveId" clId="{F2BBE356-D508-4691-8D09-113F4BECA297}" dt="2026-04-17T01:25:12.483" v="270" actId="20577"/>
          <ac:spMkLst>
            <pc:docMk/>
            <pc:sldMk cId="0" sldId="273"/>
            <ac:spMk id="10" creationId="{00000000-0000-0000-0000-000000000000}"/>
          </ac:spMkLst>
        </pc:spChg>
        <pc:spChg chg="mod">
          <ac:chgData name="Jack Behnfeldt" userId="4b33a04373493baa" providerId="LiveId" clId="{F2BBE356-D508-4691-8D09-113F4BECA297}" dt="2026-04-24T19:47:42.875" v="438" actId="20577"/>
          <ac:spMkLst>
            <pc:docMk/>
            <pc:sldMk cId="0" sldId="273"/>
            <ac:spMk id="14" creationId="{00000000-0000-0000-0000-000000000000}"/>
          </ac:spMkLst>
        </pc:spChg>
      </pc:sldChg>
      <pc:sldChg chg="addSp delSp modSp mod modNotesTx">
        <pc:chgData name="Jack Behnfeldt" userId="4b33a04373493baa" providerId="LiveId" clId="{F2BBE356-D508-4691-8D09-113F4BECA297}" dt="2026-04-24T19:48:36.226" v="445" actId="20577"/>
        <pc:sldMkLst>
          <pc:docMk/>
          <pc:sldMk cId="0" sldId="275"/>
        </pc:sldMkLst>
        <pc:spChg chg="mod">
          <ac:chgData name="Jack Behnfeldt" userId="4b33a04373493baa" providerId="LiveId" clId="{F2BBE356-D508-4691-8D09-113F4BECA297}" dt="2026-04-17T00:57:33.890" v="107" actId="20577"/>
          <ac:spMkLst>
            <pc:docMk/>
            <pc:sldMk cId="0" sldId="275"/>
            <ac:spMk id="5" creationId="{00000000-0000-0000-0000-000000000000}"/>
          </ac:spMkLst>
        </pc:spChg>
        <pc:picChg chg="add mod">
          <ac:chgData name="Jack Behnfeldt" userId="4b33a04373493baa" providerId="LiveId" clId="{F2BBE356-D508-4691-8D09-113F4BECA297}" dt="2026-04-17T01:03:58.905" v="116" actId="1076"/>
          <ac:picMkLst>
            <pc:docMk/>
            <pc:sldMk cId="0" sldId="275"/>
            <ac:picMk id="11" creationId="{4781D93D-F17D-46D7-04D0-1D7DDAA5C791}"/>
          </ac:picMkLst>
        </pc:picChg>
      </pc:sldChg>
      <pc:sldChg chg="addSp delSp modSp mod modNotesTx">
        <pc:chgData name="Jack Behnfeldt" userId="4b33a04373493baa" providerId="LiveId" clId="{F2BBE356-D508-4691-8D09-113F4BECA297}" dt="2026-04-24T19:48:25.754" v="444" actId="20577"/>
        <pc:sldMkLst>
          <pc:docMk/>
          <pc:sldMk cId="0" sldId="276"/>
        </pc:sldMkLst>
        <pc:picChg chg="add mod">
          <ac:chgData name="Jack Behnfeldt" userId="4b33a04373493baa" providerId="LiveId" clId="{F2BBE356-D508-4691-8D09-113F4BECA297}" dt="2026-04-17T01:05:23.738" v="118"/>
          <ac:picMkLst>
            <pc:docMk/>
            <pc:sldMk cId="0" sldId="276"/>
            <ac:picMk id="10" creationId="{6595330A-20C4-FB50-7985-2C6789E689BA}"/>
          </ac:picMkLst>
        </pc:picChg>
      </pc:sldChg>
      <pc:sldChg chg="modSp mod modNotesTx">
        <pc:chgData name="Jack Behnfeldt" userId="4b33a04373493baa" providerId="LiveId" clId="{F2BBE356-D508-4691-8D09-113F4BECA297}" dt="2026-04-24T19:48:12.195" v="440" actId="20577"/>
        <pc:sldMkLst>
          <pc:docMk/>
          <pc:sldMk cId="0" sldId="278"/>
        </pc:sldMkLst>
        <pc:spChg chg="mod">
          <ac:chgData name="Jack Behnfeldt" userId="4b33a04373493baa" providerId="LiveId" clId="{F2BBE356-D508-4691-8D09-113F4BECA297}" dt="2026-04-17T01:09:37.219" v="127" actId="20577"/>
          <ac:spMkLst>
            <pc:docMk/>
            <pc:sldMk cId="0" sldId="278"/>
            <ac:spMk id="7" creationId="{00000000-0000-0000-0000-000000000000}"/>
          </ac:spMkLst>
        </pc:spChg>
      </pc:sldChg>
      <pc:sldChg chg="modSp mod modNotesTx">
        <pc:chgData name="Jack Behnfeldt" userId="4b33a04373493baa" providerId="LiveId" clId="{F2BBE356-D508-4691-8D09-113F4BECA297}" dt="2026-04-24T19:50:00.359" v="463" actId="20577"/>
        <pc:sldMkLst>
          <pc:docMk/>
          <pc:sldMk cId="0" sldId="280"/>
        </pc:sldMkLst>
        <pc:spChg chg="mod">
          <ac:chgData name="Jack Behnfeldt" userId="4b33a04373493baa" providerId="LiveId" clId="{F2BBE356-D508-4691-8D09-113F4BECA297}" dt="2026-04-24T19:50:00.359" v="463" actId="20577"/>
          <ac:spMkLst>
            <pc:docMk/>
            <pc:sldMk cId="0" sldId="280"/>
            <ac:spMk id="11" creationId="{00000000-0000-0000-0000-000000000000}"/>
          </ac:spMkLst>
        </pc:spChg>
        <pc:spChg chg="mod">
          <ac:chgData name="Jack Behnfeldt" userId="4b33a04373493baa" providerId="LiveId" clId="{F2BBE356-D508-4691-8D09-113F4BECA297}" dt="2026-04-17T01:10:50.096" v="134" actId="20577"/>
          <ac:spMkLst>
            <pc:docMk/>
            <pc:sldMk cId="0" sldId="280"/>
            <ac:spMk id="14" creationId="{00000000-0000-0000-0000-000000000000}"/>
          </ac:spMkLst>
        </pc:spChg>
        <pc:spChg chg="mod">
          <ac:chgData name="Jack Behnfeldt" userId="4b33a04373493baa" providerId="LiveId" clId="{F2BBE356-D508-4691-8D09-113F4BECA297}" dt="2026-04-17T01:10:38.086" v="129" actId="20577"/>
          <ac:spMkLst>
            <pc:docMk/>
            <pc:sldMk cId="0" sldId="280"/>
            <ac:spMk id="15" creationId="{00000000-0000-0000-0000-000000000000}"/>
          </ac:spMkLst>
        </pc:spChg>
        <pc:spChg chg="mod">
          <ac:chgData name="Jack Behnfeldt" userId="4b33a04373493baa" providerId="LiveId" clId="{F2BBE356-D508-4691-8D09-113F4BECA297}" dt="2026-04-17T01:21:19.137" v="258" actId="20577"/>
          <ac:spMkLst>
            <pc:docMk/>
            <pc:sldMk cId="0" sldId="280"/>
            <ac:spMk id="19" creationId="{00000000-0000-0000-0000-000000000000}"/>
          </ac:spMkLst>
        </pc:spChg>
      </pc:sldChg>
      <pc:sldChg chg="modSp add mod modNotesTx">
        <pc:chgData name="Jack Behnfeldt" userId="4b33a04373493baa" providerId="LiveId" clId="{F2BBE356-D508-4691-8D09-113F4BECA297}" dt="2026-04-24T19:48:59.506" v="451" actId="20577"/>
        <pc:sldMkLst>
          <pc:docMk/>
          <pc:sldMk cId="0" sldId="282"/>
        </pc:sldMkLst>
        <pc:spChg chg="mod">
          <ac:chgData name="Jack Behnfeldt" userId="4b33a04373493baa" providerId="LiveId" clId="{F2BBE356-D508-4691-8D09-113F4BECA297}" dt="2026-04-22T15:12:27.050" v="304" actId="20577"/>
          <ac:spMkLst>
            <pc:docMk/>
            <pc:sldMk cId="0" sldId="282"/>
            <ac:spMk id="8" creationId="{00000000-0000-0000-0000-000000000000}"/>
          </ac:spMkLst>
        </pc:spChg>
        <pc:spChg chg="mod">
          <ac:chgData name="Jack Behnfeldt" userId="4b33a04373493baa" providerId="LiveId" clId="{F2BBE356-D508-4691-8D09-113F4BECA297}" dt="2026-04-24T19:45:24.263" v="335" actId="20577"/>
          <ac:spMkLst>
            <pc:docMk/>
            <pc:sldMk cId="0" sldId="282"/>
            <ac:spMk id="14" creationId="{00000000-0000-0000-0000-000000000000}"/>
          </ac:spMkLst>
        </pc:spChg>
        <pc:spChg chg="mod">
          <ac:chgData name="Jack Behnfeldt" userId="4b33a04373493baa" providerId="LiveId" clId="{F2BBE356-D508-4691-8D09-113F4BECA297}" dt="2026-04-17T00:56:11.551" v="93" actId="20577"/>
          <ac:spMkLst>
            <pc:docMk/>
            <pc:sldMk cId="0" sldId="282"/>
            <ac:spMk id="20" creationId="{00000000-0000-0000-0000-000000000000}"/>
          </ac:spMkLst>
        </pc:spChg>
        <pc:spChg chg="mod">
          <ac:chgData name="Jack Behnfeldt" userId="4b33a04373493baa" providerId="LiveId" clId="{F2BBE356-D508-4691-8D09-113F4BECA297}" dt="2026-04-17T00:56:15.012" v="97" actId="20577"/>
          <ac:spMkLst>
            <pc:docMk/>
            <pc:sldMk cId="0" sldId="282"/>
            <ac:spMk id="21" creationId="{00000000-0000-0000-0000-000000000000}"/>
          </ac:spMkLst>
        </pc:spChg>
        <pc:spChg chg="mod">
          <ac:chgData name="Jack Behnfeldt" userId="4b33a04373493baa" providerId="LiveId" clId="{F2BBE356-D508-4691-8D09-113F4BECA297}" dt="2026-04-17T00:56:17.851" v="101" actId="20577"/>
          <ac:spMkLst>
            <pc:docMk/>
            <pc:sldMk cId="0" sldId="282"/>
            <ac:spMk id="22" creationId="{00000000-0000-0000-0000-000000000000}"/>
          </ac:spMkLst>
        </pc:spChg>
      </pc:sldChg>
      <pc:sldChg chg="addSp modSp add mod modNotesTx">
        <pc:chgData name="Jack Behnfeldt" userId="4b33a04373493baa" providerId="LiveId" clId="{F2BBE356-D508-4691-8D09-113F4BECA297}" dt="2026-04-24T19:48:22.083" v="443" actId="20577"/>
        <pc:sldMkLst>
          <pc:docMk/>
          <pc:sldMk cId="333262777" sldId="283"/>
        </pc:sldMkLst>
        <pc:picChg chg="add mod">
          <ac:chgData name="Jack Behnfeldt" userId="4b33a04373493baa" providerId="LiveId" clId="{F2BBE356-D508-4691-8D09-113F4BECA297}" dt="2026-04-17T01:06:01.227" v="120"/>
          <ac:picMkLst>
            <pc:docMk/>
            <pc:sldMk cId="333262777" sldId="283"/>
            <ac:picMk id="9" creationId="{6D12874D-D19C-2678-C2FF-A0B78E7CE951}"/>
          </ac:picMkLst>
        </pc:picChg>
      </pc:sldChg>
      <pc:sldChg chg="addSp modSp add mod modNotesTx">
        <pc:chgData name="Jack Behnfeldt" userId="4b33a04373493baa" providerId="LiveId" clId="{F2BBE356-D508-4691-8D09-113F4BECA297}" dt="2026-04-24T19:48:18.555" v="442" actId="20577"/>
        <pc:sldMkLst>
          <pc:docMk/>
          <pc:sldMk cId="3595217369" sldId="284"/>
        </pc:sldMkLst>
        <pc:picChg chg="add mod">
          <ac:chgData name="Jack Behnfeldt" userId="4b33a04373493baa" providerId="LiveId" clId="{F2BBE356-D508-4691-8D09-113F4BECA297}" dt="2026-04-17T01:07:07.712" v="122"/>
          <ac:picMkLst>
            <pc:docMk/>
            <pc:sldMk cId="3595217369" sldId="284"/>
            <ac:picMk id="9" creationId="{2EA5774B-99A6-6CA9-5304-0A5D2CA380E2}"/>
          </ac:picMkLst>
        </pc:picChg>
      </pc:sldChg>
      <pc:sldChg chg="addSp modSp add mod modNotesTx">
        <pc:chgData name="Jack Behnfeldt" userId="4b33a04373493baa" providerId="LiveId" clId="{F2BBE356-D508-4691-8D09-113F4BECA297}" dt="2026-04-24T19:48:15.294" v="441" actId="20577"/>
        <pc:sldMkLst>
          <pc:docMk/>
          <pc:sldMk cId="984095707" sldId="285"/>
        </pc:sldMkLst>
        <pc:picChg chg="add mod">
          <ac:chgData name="Jack Behnfeldt" userId="4b33a04373493baa" providerId="LiveId" clId="{F2BBE356-D508-4691-8D09-113F4BECA297}" dt="2026-04-17T01:07:44.361" v="124"/>
          <ac:picMkLst>
            <pc:docMk/>
            <pc:sldMk cId="984095707" sldId="285"/>
            <ac:picMk id="10" creationId="{D24A8793-E2C6-7FFF-A747-3856338DDFB8}"/>
          </ac:picMkLst>
        </pc:picChg>
      </pc:sldChg>
      <pc:sldChg chg="addSp delSp modSp add mod modNotesTx">
        <pc:chgData name="Jack Behnfeldt" userId="4b33a04373493baa" providerId="LiveId" clId="{F2BBE356-D508-4691-8D09-113F4BECA297}" dt="2026-04-24T19:48:53.696" v="449" actId="20577"/>
        <pc:sldMkLst>
          <pc:docMk/>
          <pc:sldMk cId="1583503086" sldId="286"/>
        </pc:sldMkLst>
        <pc:spChg chg="mod">
          <ac:chgData name="Jack Behnfeldt" userId="4b33a04373493baa" providerId="LiveId" clId="{F2BBE356-D508-4691-8D09-113F4BECA297}" dt="2026-04-17T01:18:33.619" v="154" actId="20577"/>
          <ac:spMkLst>
            <pc:docMk/>
            <pc:sldMk cId="1583503086" sldId="286"/>
            <ac:spMk id="8" creationId="{340D2328-31DE-A0AE-4203-2682C6FA56E6}"/>
          </ac:spMkLst>
        </pc:spChg>
        <pc:spChg chg="mod">
          <ac:chgData name="Jack Behnfeldt" userId="4b33a04373493baa" providerId="LiveId" clId="{F2BBE356-D508-4691-8D09-113F4BECA297}" dt="2026-04-17T01:18:31.344" v="153" actId="20577"/>
          <ac:spMkLst>
            <pc:docMk/>
            <pc:sldMk cId="1583503086" sldId="286"/>
            <ac:spMk id="10" creationId="{69EFF2FE-4E33-5063-7602-BE941B6DBE91}"/>
          </ac:spMkLst>
        </pc:spChg>
        <pc:picChg chg="add mod">
          <ac:chgData name="Jack Behnfeldt" userId="4b33a04373493baa" providerId="LiveId" clId="{F2BBE356-D508-4691-8D09-113F4BECA297}" dt="2026-04-17T01:18:49.199" v="158" actId="1076"/>
          <ac:picMkLst>
            <pc:docMk/>
            <pc:sldMk cId="1583503086" sldId="286"/>
            <ac:picMk id="12" creationId="{AE194B4A-0A27-BA7C-4E96-E7607C011F0C}"/>
          </ac:picMkLst>
        </pc:picChg>
      </pc:sldChg>
    </pc:docChg>
  </pc:docChgLst>
  <pc:docChgLst>
    <pc:chgData name="Guest User" providerId="Windows Live" clId="Web-{24C1407F-939D-8610-F519-9DB6FF666487}"/>
    <pc:docChg chg="modSld">
      <pc:chgData name="Guest User" userId="" providerId="Windows Live" clId="Web-{24C1407F-939D-8610-F519-9DB6FF666487}" dt="2026-04-17T01:24:24.473" v="104" actId="20577"/>
      <pc:docMkLst>
        <pc:docMk/>
      </pc:docMkLst>
      <pc:sldChg chg="addSp delSp modSp">
        <pc:chgData name="Guest User" userId="" providerId="Windows Live" clId="Web-{24C1407F-939D-8610-F519-9DB6FF666487}" dt="2026-04-17T01:18:25.676" v="101" actId="1076"/>
        <pc:sldMkLst>
          <pc:docMk/>
          <pc:sldMk cId="0" sldId="269"/>
        </pc:sldMkLst>
        <pc:spChg chg="add del">
          <ac:chgData name="Guest User" userId="" providerId="Windows Live" clId="Web-{24C1407F-939D-8610-F519-9DB6FF666487}" dt="2026-04-17T01:17:56.177" v="93"/>
          <ac:spMkLst>
            <pc:docMk/>
            <pc:sldMk cId="0" sldId="269"/>
            <ac:spMk id="4" creationId="{00000000-0000-0000-0000-000000000000}"/>
          </ac:spMkLst>
        </pc:spChg>
        <pc:spChg chg="mod">
          <ac:chgData name="Guest User" userId="" providerId="Windows Live" clId="Web-{24C1407F-939D-8610-F519-9DB6FF666487}" dt="2026-04-17T00:39:41.743" v="41" actId="20577"/>
          <ac:spMkLst>
            <pc:docMk/>
            <pc:sldMk cId="0" sldId="269"/>
            <ac:spMk id="5" creationId="{00000000-0000-0000-0000-000000000000}"/>
          </ac:spMkLst>
        </pc:spChg>
        <pc:picChg chg="mod modCrop">
          <ac:chgData name="Guest User" userId="" providerId="Windows Live" clId="Web-{24C1407F-939D-8610-F519-9DB6FF666487}" dt="2026-04-17T01:18:25.676" v="101" actId="1076"/>
          <ac:picMkLst>
            <pc:docMk/>
            <pc:sldMk cId="0" sldId="269"/>
            <ac:picMk id="11" creationId="{E76148DB-9A48-A60F-4304-F47AD62F7FC9}"/>
          </ac:picMkLst>
        </pc:picChg>
      </pc:sldChg>
      <pc:sldChg chg="modSp">
        <pc:chgData name="Guest User" userId="" providerId="Windows Live" clId="Web-{24C1407F-939D-8610-F519-9DB6FF666487}" dt="2026-04-17T00:39:32.259" v="38" actId="20577"/>
        <pc:sldMkLst>
          <pc:docMk/>
          <pc:sldMk cId="0" sldId="270"/>
        </pc:sldMkLst>
        <pc:spChg chg="mod">
          <ac:chgData name="Guest User" userId="" providerId="Windows Live" clId="Web-{24C1407F-939D-8610-F519-9DB6FF666487}" dt="2026-04-17T00:39:32.259" v="38" actId="20577"/>
          <ac:spMkLst>
            <pc:docMk/>
            <pc:sldMk cId="0" sldId="270"/>
            <ac:spMk id="13" creationId="{00000000-0000-0000-0000-000000000000}"/>
          </ac:spMkLst>
        </pc:spChg>
      </pc:sldChg>
      <pc:sldChg chg="delSp modSp">
        <pc:chgData name="Guest User" userId="" providerId="Windows Live" clId="Web-{24C1407F-939D-8610-F519-9DB6FF666487}" dt="2026-04-17T01:11:17.928" v="85"/>
        <pc:sldMkLst>
          <pc:docMk/>
          <pc:sldMk cId="0" sldId="272"/>
        </pc:sldMkLst>
        <pc:spChg chg="mod">
          <ac:chgData name="Guest User" userId="" providerId="Windows Live" clId="Web-{24C1407F-939D-8610-F519-9DB6FF666487}" dt="2026-04-17T00:39:20.884" v="35" actId="20577"/>
          <ac:spMkLst>
            <pc:docMk/>
            <pc:sldMk cId="0" sldId="272"/>
            <ac:spMk id="5" creationId="{00000000-0000-0000-0000-000000000000}"/>
          </ac:spMkLst>
        </pc:spChg>
      </pc:sldChg>
      <pc:sldChg chg="modSp">
        <pc:chgData name="Guest User" userId="" providerId="Windows Live" clId="Web-{24C1407F-939D-8610-F519-9DB6FF666487}" dt="2026-04-17T01:24:24.473" v="104" actId="20577"/>
        <pc:sldMkLst>
          <pc:docMk/>
          <pc:sldMk cId="0" sldId="273"/>
        </pc:sldMkLst>
        <pc:spChg chg="mod">
          <ac:chgData name="Guest User" userId="" providerId="Windows Live" clId="Web-{24C1407F-939D-8610-F519-9DB6FF666487}" dt="2026-04-17T01:24:24.473" v="104" actId="20577"/>
          <ac:spMkLst>
            <pc:docMk/>
            <pc:sldMk cId="0" sldId="273"/>
            <ac:spMk id="14" creationId="{00000000-0000-0000-0000-000000000000}"/>
          </ac:spMkLst>
        </pc:spChg>
      </pc:sldChg>
      <pc:sldChg chg="delSp modSp">
        <pc:chgData name="Guest User" userId="" providerId="Windows Live" clId="Web-{24C1407F-939D-8610-F519-9DB6FF666487}" dt="2026-04-17T01:03:45.741" v="58" actId="1076"/>
        <pc:sldMkLst>
          <pc:docMk/>
          <pc:sldMk cId="0" sldId="275"/>
        </pc:sldMkLst>
        <pc:spChg chg="mod">
          <ac:chgData name="Guest User" userId="" providerId="Windows Live" clId="Web-{24C1407F-939D-8610-F519-9DB6FF666487}" dt="2026-04-17T00:39:04.759" v="31" actId="20577"/>
          <ac:spMkLst>
            <pc:docMk/>
            <pc:sldMk cId="0" sldId="275"/>
            <ac:spMk id="5" creationId="{00000000-0000-0000-0000-000000000000}"/>
          </ac:spMkLst>
        </pc:spChg>
        <pc:picChg chg="mod modCrop">
          <ac:chgData name="Guest User" userId="" providerId="Windows Live" clId="Web-{24C1407F-939D-8610-F519-9DB6FF666487}" dt="2026-04-17T01:03:45.741" v="58" actId="1076"/>
          <ac:picMkLst>
            <pc:docMk/>
            <pc:sldMk cId="0" sldId="275"/>
            <ac:picMk id="11" creationId="{4781D93D-F17D-46D7-04D0-1D7DDAA5C791}"/>
          </ac:picMkLst>
        </pc:picChg>
      </pc:sldChg>
      <pc:sldChg chg="delSp modSp">
        <pc:chgData name="Guest User" userId="" providerId="Windows Live" clId="Web-{24C1407F-939D-8610-F519-9DB6FF666487}" dt="2026-04-17T01:05:21.584" v="64" actId="1076"/>
        <pc:sldMkLst>
          <pc:docMk/>
          <pc:sldMk cId="0" sldId="276"/>
        </pc:sldMkLst>
        <pc:spChg chg="mod">
          <ac:chgData name="Guest User" userId="" providerId="Windows Live" clId="Web-{24C1407F-939D-8610-F519-9DB6FF666487}" dt="2026-04-17T00:56:37.648" v="48" actId="20577"/>
          <ac:spMkLst>
            <pc:docMk/>
            <pc:sldMk cId="0" sldId="276"/>
            <ac:spMk id="5" creationId="{00000000-0000-0000-0000-000000000000}"/>
          </ac:spMkLst>
        </pc:spChg>
        <pc:picChg chg="mod modCrop">
          <ac:chgData name="Guest User" userId="" providerId="Windows Live" clId="Web-{24C1407F-939D-8610-F519-9DB6FF666487}" dt="2026-04-17T01:05:21.584" v="64" actId="1076"/>
          <ac:picMkLst>
            <pc:docMk/>
            <pc:sldMk cId="0" sldId="276"/>
            <ac:picMk id="10" creationId="{6595330A-20C4-FB50-7985-2C6789E689BA}"/>
          </ac:picMkLst>
        </pc:picChg>
      </pc:sldChg>
      <pc:sldChg chg="modSp">
        <pc:chgData name="Guest User" userId="" providerId="Windows Live" clId="Web-{24C1407F-939D-8610-F519-9DB6FF666487}" dt="2026-04-17T00:38:08.275" v="11" actId="20577"/>
        <pc:sldMkLst>
          <pc:docMk/>
          <pc:sldMk cId="0" sldId="278"/>
        </pc:sldMkLst>
        <pc:spChg chg="mod">
          <ac:chgData name="Guest User" userId="" providerId="Windows Live" clId="Web-{24C1407F-939D-8610-F519-9DB6FF666487}" dt="2026-04-17T00:38:08.275" v="11" actId="20577"/>
          <ac:spMkLst>
            <pc:docMk/>
            <pc:sldMk cId="0" sldId="278"/>
            <ac:spMk id="7" creationId="{00000000-0000-0000-0000-000000000000}"/>
          </ac:spMkLst>
        </pc:spChg>
      </pc:sldChg>
      <pc:sldChg chg="modSp">
        <pc:chgData name="Guest User" userId="" providerId="Windows Live" clId="Web-{24C1407F-939D-8610-F519-9DB6FF666487}" dt="2026-04-17T00:37:53.884" v="6" actId="20577"/>
        <pc:sldMkLst>
          <pc:docMk/>
          <pc:sldMk cId="0" sldId="280"/>
        </pc:sldMkLst>
        <pc:spChg chg="mod">
          <ac:chgData name="Guest User" userId="" providerId="Windows Live" clId="Web-{24C1407F-939D-8610-F519-9DB6FF666487}" dt="2026-04-17T00:37:53.884" v="6" actId="20577"/>
          <ac:spMkLst>
            <pc:docMk/>
            <pc:sldMk cId="0" sldId="280"/>
            <ac:spMk id="19" creationId="{00000000-0000-0000-0000-000000000000}"/>
          </ac:spMkLst>
        </pc:spChg>
      </pc:sldChg>
      <pc:sldChg chg="modSp">
        <pc:chgData name="Guest User" userId="" providerId="Windows Live" clId="Web-{24C1407F-939D-8610-F519-9DB6FF666487}" dt="2026-04-17T00:41:33.806" v="44" actId="20577"/>
        <pc:sldMkLst>
          <pc:docMk/>
          <pc:sldMk cId="0" sldId="282"/>
        </pc:sldMkLst>
        <pc:spChg chg="mod">
          <ac:chgData name="Guest User" userId="" providerId="Windows Live" clId="Web-{24C1407F-939D-8610-F519-9DB6FF666487}" dt="2026-04-17T00:41:33.806" v="44" actId="20577"/>
          <ac:spMkLst>
            <pc:docMk/>
            <pc:sldMk cId="0" sldId="282"/>
            <ac:spMk id="5" creationId="{00000000-0000-0000-0000-000000000000}"/>
          </ac:spMkLst>
        </pc:spChg>
      </pc:sldChg>
      <pc:sldChg chg="delSp modSp">
        <pc:chgData name="Guest User" userId="" providerId="Windows Live" clId="Web-{24C1407F-939D-8610-F519-9DB6FF666487}" dt="2026-04-17T01:06:07.865" v="72" actId="1076"/>
        <pc:sldMkLst>
          <pc:docMk/>
          <pc:sldMk cId="333262777" sldId="283"/>
        </pc:sldMkLst>
        <pc:spChg chg="mod">
          <ac:chgData name="Guest User" userId="" providerId="Windows Live" clId="Web-{24C1407F-939D-8610-F519-9DB6FF666487}" dt="2026-04-17T00:56:29.554" v="47" actId="20577"/>
          <ac:spMkLst>
            <pc:docMk/>
            <pc:sldMk cId="333262777" sldId="283"/>
            <ac:spMk id="5" creationId="{22FDC238-B35D-23E9-3B34-0453D0556FFE}"/>
          </ac:spMkLst>
        </pc:spChg>
        <pc:picChg chg="mod modCrop">
          <ac:chgData name="Guest User" userId="" providerId="Windows Live" clId="Web-{24C1407F-939D-8610-F519-9DB6FF666487}" dt="2026-04-17T01:06:07.865" v="72" actId="1076"/>
          <ac:picMkLst>
            <pc:docMk/>
            <pc:sldMk cId="333262777" sldId="283"/>
            <ac:picMk id="9" creationId="{6D12874D-D19C-2678-C2FF-A0B78E7CE951}"/>
          </ac:picMkLst>
        </pc:picChg>
      </pc:sldChg>
      <pc:sldChg chg="delSp modSp">
        <pc:chgData name="Guest User" userId="" providerId="Windows Live" clId="Web-{24C1407F-939D-8610-F519-9DB6FF666487}" dt="2026-04-17T01:06:40.881" v="78" actId="1076"/>
        <pc:sldMkLst>
          <pc:docMk/>
          <pc:sldMk cId="3595217369" sldId="284"/>
        </pc:sldMkLst>
        <pc:picChg chg="mod modCrop">
          <ac:chgData name="Guest User" userId="" providerId="Windows Live" clId="Web-{24C1407F-939D-8610-F519-9DB6FF666487}" dt="2026-04-17T01:06:40.881" v="78" actId="1076"/>
          <ac:picMkLst>
            <pc:docMk/>
            <pc:sldMk cId="3595217369" sldId="284"/>
            <ac:picMk id="9" creationId="{2EA5774B-99A6-6CA9-5304-0A5D2CA380E2}"/>
          </ac:picMkLst>
        </pc:picChg>
      </pc:sldChg>
      <pc:sldChg chg="addSp delSp modSp">
        <pc:chgData name="Guest User" userId="" providerId="Windows Live" clId="Web-{24C1407F-939D-8610-F519-9DB6FF666487}" dt="2026-04-17T01:07:17.803" v="84" actId="1076"/>
        <pc:sldMkLst>
          <pc:docMk/>
          <pc:sldMk cId="984095707" sldId="285"/>
        </pc:sldMkLst>
        <pc:spChg chg="mod">
          <ac:chgData name="Guest User" userId="" providerId="Windows Live" clId="Web-{24C1407F-939D-8610-F519-9DB6FF666487}" dt="2026-04-17T00:56:21.445" v="46" actId="20577"/>
          <ac:spMkLst>
            <pc:docMk/>
            <pc:sldMk cId="984095707" sldId="285"/>
            <ac:spMk id="5" creationId="{503FC877-EDC1-CACA-47E3-EA9F3887FA6A}"/>
          </ac:spMkLst>
        </pc:spChg>
        <pc:picChg chg="mod modCrop">
          <ac:chgData name="Guest User" userId="" providerId="Windows Live" clId="Web-{24C1407F-939D-8610-F519-9DB6FF666487}" dt="2026-04-17T01:07:17.803" v="84" actId="1076"/>
          <ac:picMkLst>
            <pc:docMk/>
            <pc:sldMk cId="984095707" sldId="285"/>
            <ac:picMk id="10" creationId="{D24A8793-E2C6-7FFF-A747-3856338DDFB8}"/>
          </ac:picMkLst>
        </pc:picChg>
      </pc:sldChg>
    </pc:docChg>
  </pc:docChgLst>
  <pc:docChgLst>
    <pc:chgData name="Guest User" providerId="Windows Live" clId="Web-{8246C0C8-8F65-7332-67BE-63A888CBC283}"/>
    <pc:docChg chg="modSld">
      <pc:chgData name="Guest User" userId="" providerId="Windows Live" clId="Web-{8246C0C8-8F65-7332-67BE-63A888CBC283}" dt="2026-04-17T16:19:16.847" v="9" actId="1076"/>
      <pc:docMkLst>
        <pc:docMk/>
      </pc:docMkLst>
      <pc:sldChg chg="modSp">
        <pc:chgData name="Guest User" userId="" providerId="Windows Live" clId="Web-{8246C0C8-8F65-7332-67BE-63A888CBC283}" dt="2026-04-17T15:42:23.497" v="1" actId="20577"/>
        <pc:sldMkLst>
          <pc:docMk/>
          <pc:sldMk cId="0" sldId="267"/>
        </pc:sldMkLst>
        <pc:spChg chg="mod">
          <ac:chgData name="Guest User" userId="" providerId="Windows Live" clId="Web-{8246C0C8-8F65-7332-67BE-63A888CBC283}" dt="2026-04-17T15:42:23.497" v="1" actId="20577"/>
          <ac:spMkLst>
            <pc:docMk/>
            <pc:sldMk cId="0" sldId="267"/>
            <ac:spMk id="8" creationId="{00000000-0000-0000-0000-000000000000}"/>
          </ac:spMkLst>
        </pc:spChg>
      </pc:sldChg>
      <pc:sldChg chg="modSp">
        <pc:chgData name="Guest User" userId="" providerId="Windows Live" clId="Web-{8246C0C8-8F65-7332-67BE-63A888CBC283}" dt="2026-04-17T16:19:16.847" v="9" actId="1076"/>
        <pc:sldMkLst>
          <pc:docMk/>
          <pc:sldMk cId="0" sldId="269"/>
        </pc:sldMkLst>
        <pc:picChg chg="mod">
          <ac:chgData name="Guest User" userId="" providerId="Windows Live" clId="Web-{8246C0C8-8F65-7332-67BE-63A888CBC283}" dt="2026-04-17T16:19:16.847" v="9" actId="1076"/>
          <ac:picMkLst>
            <pc:docMk/>
            <pc:sldMk cId="0" sldId="269"/>
            <ac:picMk id="11" creationId="{E76148DB-9A48-A60F-4304-F47AD62F7FC9}"/>
          </ac:picMkLst>
        </pc:picChg>
      </pc:sldChg>
      <pc:sldChg chg="modSp">
        <pc:chgData name="Guest User" userId="" providerId="Windows Live" clId="Web-{8246C0C8-8F65-7332-67BE-63A888CBC283}" dt="2026-04-17T15:54:58.271" v="8" actId="20577"/>
        <pc:sldMkLst>
          <pc:docMk/>
          <pc:sldMk cId="0" sldId="270"/>
        </pc:sldMkLst>
        <pc:spChg chg="mod">
          <ac:chgData name="Guest User" userId="" providerId="Windows Live" clId="Web-{8246C0C8-8F65-7332-67BE-63A888CBC283}" dt="2026-04-17T15:54:58.271" v="8" actId="20577"/>
          <ac:spMkLst>
            <pc:docMk/>
            <pc:sldMk cId="0" sldId="270"/>
            <ac:spMk id="8" creationId="{00000000-0000-0000-0000-000000000000}"/>
          </ac:spMkLst>
        </pc:spChg>
      </pc:sldChg>
      <pc:sldChg chg="modSp">
        <pc:chgData name="Guest User" userId="" providerId="Windows Live" clId="Web-{8246C0C8-8F65-7332-67BE-63A888CBC283}" dt="2026-04-17T15:47:39.455" v="5" actId="20577"/>
        <pc:sldMkLst>
          <pc:docMk/>
          <pc:sldMk cId="0" sldId="282"/>
        </pc:sldMkLst>
        <pc:spChg chg="mod">
          <ac:chgData name="Guest User" userId="" providerId="Windows Live" clId="Web-{8246C0C8-8F65-7332-67BE-63A888CBC283}" dt="2026-04-17T15:47:39.455" v="5" actId="20577"/>
          <ac:spMkLst>
            <pc:docMk/>
            <pc:sldMk cId="0" sldId="282"/>
            <ac:spMk id="1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6739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8D06E-1A95-C13C-890A-4206A6EEC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B62D81-B9D5-99BA-AAD1-63269EBDF0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B53545-4861-032F-75DB-FDB04E4D4C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5EC68-D2E4-2F00-6985-09BB7E4CA6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3661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DD932-16B7-80B9-753A-A9C401927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23C375-D1C5-579C-2441-BD3EE4EA3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6C6273-4870-782D-8997-E8B19FD729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8978B-92A1-4974-B099-6A0B986F97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0223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B432D-A97F-CFC2-D75A-C987A5773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E173A-2173-16C7-227C-38CB53940F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34F5A5-8C76-FE0C-A202-5B3D9A7449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197CFB-3961-D10A-0F2E-D51525A9F9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9165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2B894-A114-1783-015B-0B762A702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F228C8-1EAB-82AE-5624-E085168170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AC7575-6403-0D4A-1760-497EE38C45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F5941-03E0-8C3D-1DF1-084EEC2052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8591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MLB Trade Deadline</a:t>
            </a:r>
            <a:endParaRPr lang="en-US" sz="420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4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Model</a:t>
            </a:r>
            <a:endParaRPr lang="en-US" sz="4200"/>
          </a:p>
        </p:txBody>
      </p:sp>
      <p:sp>
        <p:nvSpPr>
          <p:cNvPr id="5" name="Text 3"/>
          <p:cNvSpPr/>
          <p:nvPr/>
        </p:nvSpPr>
        <p:spPr>
          <a:xfrm>
            <a:off x="548640" y="31546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i="1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Estimating excess returns from 2025 deadline activity</a:t>
            </a:r>
            <a:endParaRPr lang="en-US" sz="1700"/>
          </a:p>
          <a:p>
            <a:pPr marL="0" indent="0" algn="l">
              <a:buNone/>
            </a:pPr>
            <a:r>
              <a:rPr lang="en-US" sz="1700" i="1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CatBoost counterfactual framework</a:t>
            </a:r>
            <a:endParaRPr lang="en-US" sz="170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46703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 games</a:t>
            </a:r>
            <a:endParaRPr lang="en-US" sz="2800"/>
          </a:p>
        </p:txBody>
      </p:sp>
      <p:sp>
        <p:nvSpPr>
          <p:cNvPr id="6" name="Text 4"/>
          <p:cNvSpPr/>
          <p:nvPr/>
        </p:nvSpPr>
        <p:spPr>
          <a:xfrm>
            <a:off x="457200" y="11231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teams  |  2 leagues  |  July 31 trade deadline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457200" y="182053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Deadline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457200" y="2487606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either buy (add players) or sell (trade away players)</a:t>
            </a:r>
            <a:endParaRPr lang="en-US" sz="1600"/>
          </a:p>
          <a:p>
            <a:pPr marL="0" indent="0">
              <a:lnSpc>
                <a:spcPct val="130000"/>
              </a:lnSpc>
              <a:buNone/>
            </a:pPr>
            <a:r>
              <a:rPr lang="en-US" sz="160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July 31, reshaping rosters for the second half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2600"/>
          </a:p>
        </p:txBody>
      </p:sp>
      <p:sp>
        <p:nvSpPr>
          <p:cNvPr id="10" name="Text 8"/>
          <p:cNvSpPr/>
          <p:nvPr/>
        </p:nvSpPr>
        <p:spPr>
          <a:xfrm>
            <a:off x="457200" y="398907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did those moves actually matter in 2025?</a:t>
            </a:r>
            <a:endParaRPr 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5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Critiques</a:t>
            </a:r>
            <a:endParaRPr lang="en-US" sz="340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cannot claim and why that is okay</a:t>
            </a:r>
            <a:endParaRPr lang="en-US"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708660"/>
            <a:ext cx="9144000" cy="4434840"/>
          </a:xfrm>
          <a:prstGeom prst="rect">
            <a:avLst/>
          </a:prstGeom>
          <a:solidFill>
            <a:srgbClr val="F5F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Limitations We Acknowledge Up Front</a:t>
            </a:r>
            <a:endParaRPr lang="en-US" sz="2000"/>
          </a:p>
        </p:txBody>
      </p:sp>
      <p:sp>
        <p:nvSpPr>
          <p:cNvPr id="7" name="Text 4"/>
          <p:cNvSpPr/>
          <p:nvPr/>
        </p:nvSpPr>
        <p:spPr>
          <a:xfrm>
            <a:off x="365760" y="777240"/>
            <a:ext cx="8412480" cy="4160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This is not pure causal identification</a:t>
            </a:r>
            <a:endParaRPr lang="en-US" sz="1500"/>
          </a:p>
          <a:p>
            <a:pPr marL="685800" lvl="1" indent="-342900">
              <a:buSzPct val="100000"/>
              <a:buChar char="•"/>
            </a:pPr>
            <a:r>
              <a:rPr lang="en-US" sz="13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historical second half we trained on was itself affected by that year’s deadline moves</a:t>
            </a:r>
            <a:endParaRPr lang="en-US" sz="1500"/>
          </a:p>
          <a:p>
            <a:pPr marL="685800" lvl="1" indent="-342900">
              <a:buSzPct val="100000"/>
              <a:buChar char="•"/>
            </a:pPr>
            <a:r>
              <a:rPr lang="en-US" sz="13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learns ‘average deadline effects’ as part of the baseline</a:t>
            </a:r>
            <a:endParaRPr lang="en-US" sz="1500"/>
          </a:p>
          <a:p>
            <a:pPr marL="685800" lvl="1" indent="-342900">
              <a:buSzPct val="100000"/>
              <a:buChar char="•"/>
            </a:pPr>
            <a:r>
              <a:rPr lang="en-US" sz="13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delta measures deviation from historical peer expectation, not a clean causal estimate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342900" indent="-342900">
              <a:buSzPct val="100000"/>
              <a:buChar char="•"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Deadline activity is endogenous</a:t>
            </a:r>
            <a:endParaRPr lang="en-US" sz="1500"/>
          </a:p>
          <a:p>
            <a:pPr marL="685800" lvl="1" indent="-342900">
              <a:buSzPct val="100000"/>
              <a:buChar char="•"/>
            </a:pPr>
            <a:r>
              <a:rPr lang="en-US" sz="13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teams buy, struggling teams sell, first-half performance is correlated with the treatment itself</a:t>
            </a:r>
            <a:endParaRPr lang="en-US" sz="1500"/>
          </a:p>
          <a:p>
            <a:pPr marL="685800" lvl="1" indent="-342900">
              <a:buSzPct val="100000"/>
              <a:buChar char="•"/>
            </a:pPr>
            <a:r>
              <a:rPr lang="en-US" sz="13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Violates the exogeneity assumption of a formal ITS design, which is why we say ITS-inspired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342900" indent="-342900">
              <a:buSzPct val="100000"/>
              <a:buChar char="•"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We cannot observe the counterfactual</a:t>
            </a:r>
            <a:endParaRPr lang="en-US" sz="1500"/>
          </a:p>
          <a:p>
            <a:pPr marL="685800" lvl="1" indent="-342900">
              <a:buSzPct val="100000"/>
              <a:buChar char="•"/>
            </a:pPr>
            <a:r>
              <a:rPr lang="en-US" sz="13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 see what a team would have done without their deadline moves</a:t>
            </a:r>
            <a:endParaRPr lang="en-US" sz="1500"/>
          </a:p>
          <a:p>
            <a:pPr marL="685800" lvl="1" indent="-342900">
              <a:buSzPct val="100000"/>
              <a:buChar char="•"/>
            </a:pPr>
            <a:r>
              <a:rPr lang="en-US" sz="13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projection is a model-based estimate — not a controlled experiment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interpretation: given a team’s first-half profile, how did they perform relative to historically similar teams?</a:t>
            </a:r>
            <a:endParaRPr lang="en-US"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708660"/>
            <a:ext cx="9144000" cy="4434840"/>
          </a:xfrm>
          <a:prstGeom prst="rect">
            <a:avLst/>
          </a:prstGeom>
          <a:solidFill>
            <a:srgbClr val="F5F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Baseline &amp; Model Choice</a:t>
            </a:r>
            <a:endParaRPr lang="en-US" sz="2000"/>
          </a:p>
        </p:txBody>
      </p:sp>
      <p:sp>
        <p:nvSpPr>
          <p:cNvPr id="7" name="Shape 4"/>
          <p:cNvSpPr/>
          <p:nvPr/>
        </p:nvSpPr>
        <p:spPr>
          <a:xfrm>
            <a:off x="274320" y="777240"/>
            <a:ext cx="393192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74320" y="79552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Pythagorean Baseline</a:t>
            </a:r>
            <a:endParaRPr lang="en-US" sz="1300"/>
          </a:p>
        </p:txBody>
      </p:sp>
      <p:sp>
        <p:nvSpPr>
          <p:cNvPr id="9" name="Shape 6"/>
          <p:cNvSpPr/>
          <p:nvPr/>
        </p:nvSpPr>
        <p:spPr>
          <a:xfrm>
            <a:off x="274320" y="1271016"/>
            <a:ext cx="3931920" cy="0"/>
          </a:xfrm>
          <a:prstGeom prst="line">
            <a:avLst/>
          </a:prstGeom>
          <a:noFill/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20040" y="1325880"/>
            <a:ext cx="384048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James formula from the 1980s, fundamental to baseball analytics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Win% ≈ RS¹·⁸³ / (RS¹·⁸³ + RA¹·⁸³)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baseline: use each team’s first-half cumulative R/G and RA/G as a flat projection for the second half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model, no machine learning, just ‘you will continue at your current pace’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every MLB front office as a sanity check. Our model must beat this.</a:t>
            </a:r>
            <a:endParaRPr lang="en-US" sz="1500"/>
          </a:p>
        </p:txBody>
      </p:sp>
      <p:sp>
        <p:nvSpPr>
          <p:cNvPr id="11" name="Shape 8"/>
          <p:cNvSpPr/>
          <p:nvPr/>
        </p:nvSpPr>
        <p:spPr>
          <a:xfrm>
            <a:off x="4480560" y="777240"/>
            <a:ext cx="4389120" cy="4160520"/>
          </a:xfrm>
          <a:prstGeom prst="rect">
            <a:avLst/>
          </a:prstGeom>
          <a:solidFill>
            <a:srgbClr val="FFFFFF"/>
          </a:solidFill>
          <a:ln w="1016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480560" y="795528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CatBoost?</a:t>
            </a:r>
            <a:endParaRPr lang="en-US" sz="1300"/>
          </a:p>
        </p:txBody>
      </p:sp>
      <p:sp>
        <p:nvSpPr>
          <p:cNvPr id="13" name="Shape 10"/>
          <p:cNvSpPr/>
          <p:nvPr/>
        </p:nvSpPr>
        <p:spPr>
          <a:xfrm>
            <a:off x="4480560" y="1271016"/>
            <a:ext cx="4389120" cy="0"/>
          </a:xfrm>
          <a:prstGeom prst="line">
            <a:avLst/>
          </a:prstGeom>
          <a:noFill/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26280" y="1325880"/>
            <a:ext cx="429768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family: ensemble of decision trees, each correcting errors of the last</a:t>
            </a:r>
            <a:endParaRPr lang="en-US" sz="1500"/>
          </a:p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reasons we chose CatBoost over XGBoost or sklearn GBM:</a:t>
            </a:r>
            <a:endParaRPr lang="en-US" sz="1500"/>
          </a:p>
          <a:p>
            <a:pPr marL="685800" lvl="1" indent="-342900">
              <a:buSzPct val="100000"/>
              <a:buChar char="•"/>
            </a:pPr>
            <a:r>
              <a:rPr lang="en-US" sz="13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categorical feature handling — Team and Opp IDs handled without one-hot encoding</a:t>
            </a:r>
            <a:endParaRPr lang="en-US" sz="1500"/>
          </a:p>
          <a:p>
            <a:pPr marL="685800" lvl="1" indent="-342900">
              <a:buSzPct val="100000"/>
              <a:buChar char="•"/>
            </a:pPr>
            <a:r>
              <a:rPr lang="en-US" sz="13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boosting — prevents target leakage in gradient computation (Prokhorenkova et al. 2018)</a:t>
            </a:r>
            <a:endParaRPr lang="en-US" sz="1500"/>
          </a:p>
          <a:p>
            <a:pPr marL="685800" lvl="1" indent="-342900">
              <a:buSzPct val="100000"/>
              <a:buChar char="•"/>
            </a:pPr>
            <a:r>
              <a:rPr lang="en-US" sz="13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SHAP — principled feature selection without extra packages</a:t>
            </a:r>
            <a:endParaRPr lang="en-US" sz="1500"/>
          </a:p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a regression tree? No ensemble = high variance, poor generalization</a:t>
            </a:r>
            <a:endParaRPr lang="en-US" sz="1500"/>
          </a:p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linear regression? Cannot capture nonlinear interactions between features</a:t>
            </a:r>
            <a:endParaRPr lang="en-US"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5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340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sees before the deadline</a:t>
            </a:r>
            <a:endParaRPr lang="en-US"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708660"/>
            <a:ext cx="9144000" cy="4434840"/>
          </a:xfrm>
          <a:prstGeom prst="rect">
            <a:avLst/>
          </a:prstGeom>
          <a:solidFill>
            <a:srgbClr val="F5F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Use First Half vs Second Half Data</a:t>
            </a:r>
            <a:endParaRPr lang="en-US" sz="2000"/>
          </a:p>
        </p:txBody>
      </p:sp>
      <p:sp>
        <p:nvSpPr>
          <p:cNvPr id="7" name="Shape 4"/>
          <p:cNvSpPr/>
          <p:nvPr/>
        </p:nvSpPr>
        <p:spPr>
          <a:xfrm>
            <a:off x="359275" y="835574"/>
            <a:ext cx="3474720" cy="2318972"/>
          </a:xfrm>
          <a:prstGeom prst="rect">
            <a:avLst/>
          </a:prstGeom>
          <a:solidFill>
            <a:srgbClr val="E1F5EE"/>
          </a:solidFill>
          <a:ln w="1524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65760" y="93268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HALF</a:t>
            </a:r>
            <a:endParaRPr lang="en-US" sz="1300"/>
          </a:p>
        </p:txBody>
      </p:sp>
      <p:sp>
        <p:nvSpPr>
          <p:cNvPr id="9" name="Text 6"/>
          <p:cNvSpPr/>
          <p:nvPr/>
        </p:nvSpPr>
        <p:spPr>
          <a:xfrm>
            <a:off x="365760" y="13441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1 — July 30</a:t>
            </a:r>
            <a:endParaRPr lang="en-US" sz="1100"/>
          </a:p>
        </p:txBody>
      </p:sp>
      <p:sp>
        <p:nvSpPr>
          <p:cNvPr id="10" name="Text 7"/>
          <p:cNvSpPr/>
          <p:nvPr/>
        </p:nvSpPr>
        <p:spPr>
          <a:xfrm>
            <a:off x="411480" y="1627632"/>
            <a:ext cx="3383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135 features computed here</a:t>
            </a:r>
            <a:endParaRPr lang="en-US" sz="1500"/>
          </a:p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team: batting, pitching, rolling avgs, trends, variance</a:t>
            </a:r>
            <a:endParaRPr lang="en-US" sz="1500"/>
          </a:p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Opponent: mirrored feature set for every opponent faced</a:t>
            </a:r>
            <a:endParaRPr lang="en-US" sz="1500"/>
          </a:p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at July 31 — zero leakage</a:t>
            </a:r>
            <a:endParaRPr lang="en-US" sz="1500"/>
          </a:p>
        </p:txBody>
      </p:sp>
      <p:sp>
        <p:nvSpPr>
          <p:cNvPr id="11" name="Shape 8"/>
          <p:cNvSpPr/>
          <p:nvPr/>
        </p:nvSpPr>
        <p:spPr>
          <a:xfrm>
            <a:off x="3931920" y="842059"/>
            <a:ext cx="1280160" cy="231897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931920" y="128016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31</a:t>
            </a:r>
            <a:endParaRPr lang="en-US" sz="1200"/>
          </a:p>
        </p:txBody>
      </p:sp>
      <p:sp>
        <p:nvSpPr>
          <p:cNvPr id="13" name="Shape 10"/>
          <p:cNvSpPr/>
          <p:nvPr/>
        </p:nvSpPr>
        <p:spPr>
          <a:xfrm>
            <a:off x="5212080" y="1965960"/>
            <a:ext cx="457200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394960" y="814985"/>
            <a:ext cx="3383280" cy="2346046"/>
          </a:xfrm>
          <a:prstGeom prst="rect">
            <a:avLst/>
          </a:prstGeom>
          <a:solidFill>
            <a:srgbClr val="FFF0EB"/>
          </a:solidFill>
          <a:ln w="1524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394960" y="918161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HALF</a:t>
            </a:r>
            <a:endParaRPr lang="en-US" sz="1300"/>
          </a:p>
        </p:txBody>
      </p:sp>
      <p:sp>
        <p:nvSpPr>
          <p:cNvPr id="16" name="Text 13"/>
          <p:cNvSpPr/>
          <p:nvPr/>
        </p:nvSpPr>
        <p:spPr>
          <a:xfrm>
            <a:off x="5440680" y="119896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 — Season End</a:t>
            </a:r>
            <a:endParaRPr lang="en-US" sz="1100"/>
          </a:p>
        </p:txBody>
      </p:sp>
      <p:sp>
        <p:nvSpPr>
          <p:cNvPr id="17" name="Text 14"/>
          <p:cNvSpPr/>
          <p:nvPr/>
        </p:nvSpPr>
        <p:spPr>
          <a:xfrm>
            <a:off x="5532120" y="1627632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generates predictions only</a:t>
            </a:r>
            <a:endParaRPr lang="en-US" sz="1500"/>
          </a:p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results compared to projection</a:t>
            </a:r>
            <a:endParaRPr lang="en-US" sz="1500"/>
          </a:p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= estimated deadline impact</a:t>
            </a:r>
            <a:endParaRPr lang="en-US" sz="1500"/>
          </a:p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(excess return)</a:t>
            </a:r>
            <a:endParaRPr lang="en-US" sz="1500"/>
          </a:p>
        </p:txBody>
      </p:sp>
      <p:sp>
        <p:nvSpPr>
          <p:cNvPr id="18" name="Shape 15"/>
          <p:cNvSpPr/>
          <p:nvPr/>
        </p:nvSpPr>
        <p:spPr>
          <a:xfrm>
            <a:off x="365760" y="3335647"/>
            <a:ext cx="8412480" cy="1005840"/>
          </a:xfrm>
          <a:prstGeom prst="rect">
            <a:avLst/>
          </a:prstGeom>
          <a:solidFill>
            <a:srgbClr val="E6F1FB"/>
          </a:solidFill>
          <a:ln w="1016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02920" y="3404615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Key point about opponent features:  </a:t>
            </a:r>
            <a:r>
              <a:rPr lang="en-US" sz="13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second-half game, the model uses that opponent’s </a:t>
            </a:r>
            <a:r>
              <a:rPr lang="en-US" sz="13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first-half</a:t>
            </a:r>
            <a:r>
              <a:rPr lang="en-US" sz="13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profile as the opponent features, not their actual second-half stats. This ensures the model only uses information that was available before the game was played.</a:t>
            </a:r>
            <a:endParaRPr lang="en-US" sz="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708660"/>
            <a:ext cx="9144000" cy="4434840"/>
          </a:xfrm>
          <a:prstGeom prst="rect">
            <a:avLst/>
          </a:prstGeom>
          <a:solidFill>
            <a:srgbClr val="F5F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 Features — All From Pre-Deadline First Half</a:t>
            </a:r>
            <a:endParaRPr lang="en-US" sz="2000"/>
          </a:p>
        </p:txBody>
      </p:sp>
      <p:sp>
        <p:nvSpPr>
          <p:cNvPr id="7" name="Text 4"/>
          <p:cNvSpPr/>
          <p:nvPr/>
        </p:nvSpPr>
        <p:spPr>
          <a:xfrm>
            <a:off x="365760" y="777240"/>
            <a:ext cx="4160520" cy="4160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team batting (cumulative)</a:t>
            </a:r>
            <a:endParaRPr lang="en-US" sz="1500"/>
          </a:p>
          <a:p>
            <a:pPr marL="685800" lvl="1" indent="-342900">
              <a:buSzPct val="100000"/>
              <a:buChar char="•"/>
            </a:pPr>
            <a:r>
              <a:rPr lang="en-US" sz="13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R/G, OBP, SLG, OPS, HR/G, RBI/G, BB/G, SO/G, LOB/G, XBH/G, WPA, RE24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342900" indent="-342900">
              <a:buSzPct val="100000"/>
              <a:buChar char="•"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team pitching (cumulative)</a:t>
            </a:r>
            <a:endParaRPr lang="en-US" sz="1500"/>
          </a:p>
          <a:p>
            <a:pPr marL="685800" lvl="1" indent="-342900">
              <a:buSzPct val="100000"/>
              <a:buChar char="•"/>
            </a:pPr>
            <a:r>
              <a:rPr lang="en-US" sz="13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ERA, ER/G, H_allowed/G, HR_allowed/G, BB_allowed/G, SO_pit/G, HBP/G, WP/G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342900" indent="-342900">
              <a:buSzPct val="100000"/>
              <a:buChar char="•"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Pitcher splits (own + opponent)</a:t>
            </a:r>
            <a:endParaRPr lang="en-US" sz="1500"/>
          </a:p>
          <a:p>
            <a:pPr marL="685800" lvl="1" indent="-342900">
              <a:buSzPct val="100000"/>
              <a:buChar char="•"/>
            </a:pPr>
            <a:r>
              <a:rPr lang="en-US" sz="13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starter_ERA, bullpen_ERA, starter_IP%, bullpen_IP/G — captures who actually pitched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342900" indent="-342900">
              <a:buSzPct val="100000"/>
              <a:buChar char="•"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averages (15-game window)</a:t>
            </a:r>
            <a:endParaRPr lang="en-US" sz="1500"/>
          </a:p>
          <a:p>
            <a:pPr marL="685800" lvl="1" indent="-342900">
              <a:buSzPct val="100000"/>
              <a:buChar char="•"/>
            </a:pPr>
            <a:r>
              <a:rPr lang="en-US" sz="13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stats but over last 15 games only — captures recent form vs season average</a:t>
            </a:r>
            <a:endParaRPr lang="en-US" sz="1500"/>
          </a:p>
        </p:txBody>
      </p:sp>
      <p:sp>
        <p:nvSpPr>
          <p:cNvPr id="8" name="Text 5"/>
          <p:cNvSpPr/>
          <p:nvPr/>
        </p:nvSpPr>
        <p:spPr>
          <a:xfrm>
            <a:off x="4754880" y="777240"/>
            <a:ext cx="4160520" cy="4160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WLS trend slopes</a:t>
            </a:r>
            <a:endParaRPr lang="en-US" sz="1500"/>
          </a:p>
          <a:p>
            <a:pPr marL="685800" lvl="1" indent="-342900">
              <a:buSzPct val="100000"/>
              <a:buChar char="•"/>
            </a:pPr>
            <a:r>
              <a:rPr lang="en-US" sz="13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least squares slope of key stats — is the team improving or declining?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342900" indent="-342900">
              <a:buSzPct val="100000"/>
              <a:buChar char="•"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/ consistency features</a:t>
            </a:r>
            <a:endParaRPr lang="en-US" sz="1500"/>
          </a:p>
          <a:p>
            <a:pPr marL="685800" lvl="1" indent="-342900">
              <a:buSzPct val="100000"/>
              <a:buChar char="•"/>
            </a:pPr>
            <a:r>
              <a:rPr lang="en-US" sz="13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q25, q75, IQR, coefficient of variation of R/G and run differential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342900" indent="-342900">
              <a:buSzPct val="100000"/>
              <a:buChar char="•"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context</a:t>
            </a:r>
            <a:endParaRPr lang="en-US" sz="1500"/>
          </a:p>
          <a:p>
            <a:pPr marL="685800" lvl="1" indent="-342900">
              <a:buSzPct val="100000"/>
              <a:buChar char="•"/>
            </a:pPr>
            <a:r>
              <a:rPr lang="en-US" sz="13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is_home, is_shortened_season, second_half_game_num, n_pre_games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342900" indent="-342900">
              <a:buSzPct val="100000"/>
              <a:buChar char="•"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Opponent mirrors</a:t>
            </a:r>
            <a:endParaRPr lang="en-US" sz="1500"/>
          </a:p>
          <a:p>
            <a:pPr marL="685800" lvl="1" indent="-342900">
              <a:buSzPct val="100000"/>
              <a:buChar char="•"/>
            </a:pPr>
            <a:r>
              <a:rPr lang="en-US" sz="13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own-team feature is mirrored for the opponent — doubles the feature space to capture matchup quality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separation: RS model sees own batting + opp pitching. RA model sees own pitching + opp batting. W/L sees all.</a:t>
            </a:r>
            <a:endParaRPr lang="en-US"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5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3400"/>
          </a:p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Optimization</a:t>
            </a:r>
            <a:endParaRPr lang="en-US" sz="340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built and tuned three independent models</a:t>
            </a:r>
            <a:endParaRPr lang="en-US" sz="2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721630"/>
            <a:ext cx="9144000" cy="4434840"/>
          </a:xfrm>
          <a:prstGeom prst="rect">
            <a:avLst/>
          </a:prstGeom>
          <a:solidFill>
            <a:srgbClr val="F5F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Optimization — 175 Combinations</a:t>
            </a:r>
            <a:endParaRPr lang="en-US" sz="2000"/>
          </a:p>
        </p:txBody>
      </p:sp>
      <p:sp>
        <p:nvSpPr>
          <p:cNvPr id="7" name="Text 4"/>
          <p:cNvSpPr/>
          <p:nvPr/>
        </p:nvSpPr>
        <p:spPr>
          <a:xfrm>
            <a:off x="365760" y="777240"/>
            <a:ext cx="8412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parameters tuned in the grid search:</a:t>
            </a:r>
            <a:endParaRPr lang="en-US" sz="1500"/>
          </a:p>
          <a:p>
            <a:pPr marL="685800" lvl="1" indent="-342900">
              <a:buSzPct val="100000"/>
              <a:buChar char="•"/>
            </a:pPr>
            <a:r>
              <a:rPr lang="en-US" sz="13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(3–7): how many yes/no questions each tree can ask. Deeper = more complex but risks memorizing training data</a:t>
            </a:r>
            <a:endParaRPr lang="en-US" sz="1500"/>
          </a:p>
          <a:p>
            <a:pPr marL="685800" lvl="1" indent="-342900">
              <a:buSzPct val="100000"/>
              <a:buChar char="•"/>
            </a:pPr>
            <a:r>
              <a:rPr lang="en-US" sz="13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(0.01–0.08): how much each new tree corrects previous errors. Lower = more careful, higher = faster but can overshoot</a:t>
            </a:r>
            <a:endParaRPr lang="en-US" sz="1500"/>
          </a:p>
          <a:p>
            <a:pPr marL="685800" lvl="1" indent="-342900">
              <a:buSzPct val="100000"/>
              <a:buChar char="•"/>
            </a:pPr>
            <a:r>
              <a:rPr lang="en-US" sz="13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regularization (1–15): penalizes overconfident predictions. Higher = more conservative. Important for noisy game data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 combinations evaluated on 4-fold rolling cross-validation. Early stopping: patience of 75 trees on validation set.</a:t>
            </a:r>
            <a:endParaRPr lang="en-US" sz="150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17520"/>
          <a:ext cx="8412480" cy="131673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9E7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9E7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9E7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Reg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9E7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9E7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 Trees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9E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Scored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(SHAP)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Allowed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 (SHAP)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Win/Loss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358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final retrain: Phase 1 finds optimal tree count (train 2005–2023, </a:t>
            </a:r>
            <a:r>
              <a:rPr lang="en-US" sz="1100" i="1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r>
              <a:rPr lang="en-US" sz="1100" i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2024). Phase 2 retrains on full 2005–2024 with that exact count — maximizing recency before predicting 2025.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5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</a:t>
            </a:r>
            <a:endParaRPr lang="en-US" sz="340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RMSE, accuracy, confidence intervals, and statistical tests</a:t>
            </a:r>
            <a:endParaRPr lang="en-US" sz="2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708660"/>
            <a:ext cx="9144000" cy="4434840"/>
          </a:xfrm>
          <a:prstGeom prst="rect">
            <a:avLst/>
          </a:prstGeom>
          <a:solidFill>
            <a:srgbClr val="F5F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RMSE and Why Does It Matter Here?</a:t>
            </a:r>
            <a:endParaRPr lang="en-US" sz="2000"/>
          </a:p>
        </p:txBody>
      </p:sp>
      <p:sp>
        <p:nvSpPr>
          <p:cNvPr id="7" name="Shape 4"/>
          <p:cNvSpPr/>
          <p:nvPr/>
        </p:nvSpPr>
        <p:spPr>
          <a:xfrm>
            <a:off x="365760" y="804672"/>
            <a:ext cx="8412480" cy="685800"/>
          </a:xfrm>
          <a:prstGeom prst="rect">
            <a:avLst/>
          </a:prstGeom>
          <a:solidFill>
            <a:srgbClr val="E1F5EE"/>
          </a:solidFill>
          <a:ln w="1016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873252"/>
            <a:ext cx="82296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500" b="1">
                <a:solidFill>
                  <a:srgbClr val="085041"/>
                </a:solidFill>
                <a:latin typeface="Courier New"/>
                <a:ea typeface="Courier New" pitchFamily="34" charset="-122"/>
                <a:cs typeface="Courier New"/>
              </a:rPr>
              <a:t>RMSE = √( (1/n) × Σ(actualᵢ − predictedᵢ)² ) </a:t>
            </a:r>
            <a:br>
              <a:rPr lang="en-US" sz="1500" b="1">
                <a:solidFill>
                  <a:srgbClr val="085041"/>
                </a:solidFill>
                <a:latin typeface="Courier New"/>
                <a:ea typeface="Courier New" pitchFamily="34" charset="-122"/>
                <a:cs typeface="Courier New"/>
              </a:rPr>
            </a:br>
            <a:r>
              <a:rPr lang="en-US" sz="1500" b="1">
                <a:solidFill>
                  <a:srgbClr val="085041"/>
                </a:solidFill>
                <a:latin typeface="Courier New"/>
                <a:ea typeface="Courier New" pitchFamily="34" charset="-122"/>
                <a:cs typeface="Courier New"/>
              </a:rPr>
              <a:t>   expressed in runs per game</a:t>
            </a:r>
            <a:endParaRPr lang="en-US" sz="1500">
              <a:latin typeface="Courier New"/>
              <a:cs typeface="Courier New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1572768"/>
            <a:ext cx="84124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language:</a:t>
            </a:r>
            <a:endParaRPr lang="en-US" sz="1500"/>
          </a:p>
          <a:p>
            <a:pPr marL="685800" lvl="1" indent="-342900">
              <a:buSzPct val="100000"/>
              <a:buChar char="•"/>
            </a:pPr>
            <a:r>
              <a:rPr lang="en-US" sz="13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average, how many runs off is our prediction for a given game?</a:t>
            </a:r>
            <a:endParaRPr lang="en-US" sz="1500"/>
          </a:p>
          <a:p>
            <a:pPr marL="685800" lvl="1" indent="-342900">
              <a:buSzPct val="100000"/>
              <a:buChar char="•"/>
            </a:pPr>
            <a:r>
              <a:rPr lang="en-US" sz="13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RMSE of 3.05 means the model’s typical error is about 3 runs per game on the 2024 test set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342900" indent="-342900">
              <a:buSzPct val="100000"/>
              <a:buChar char="•"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near the theoretical ceiling — not a model failure:</a:t>
            </a:r>
            <a:endParaRPr lang="en-US" sz="1500"/>
          </a:p>
          <a:p>
            <a:pPr marL="685800" lvl="1" indent="-342900">
              <a:buSzPct val="100000"/>
              <a:buChar char="•"/>
            </a:pPr>
            <a:r>
              <a:rPr lang="en-US" sz="13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Li, Huang &amp; Li (2022) review all published methods: MLB win/loss accuracy falls between 55–62%</a:t>
            </a:r>
            <a:endParaRPr lang="en-US" sz="1500"/>
          </a:p>
          <a:p>
            <a:pPr marL="685800" lvl="1" indent="-342900">
              <a:buSzPct val="100000"/>
              <a:buChar char="•"/>
            </a:pPr>
            <a:r>
              <a:rPr lang="en-US" sz="13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Baseball game outcomes are inherently noisy, a bad inning or hot streak cannot be predicted from pre-game stats</a:t>
            </a:r>
            <a:endParaRPr lang="en-US" sz="1500"/>
          </a:p>
          <a:p>
            <a:pPr marL="685800" lvl="1" indent="-342900">
              <a:buSzPct val="100000"/>
              <a:buChar char="•"/>
            </a:pPr>
            <a:r>
              <a:rPr lang="en-US" sz="13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comparison is not against zero, but against the Pythagorean naive baseline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342900" indent="-342900">
              <a:buSzPct val="100000"/>
              <a:buChar char="•"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RMSE over alternatives:</a:t>
            </a:r>
            <a:endParaRPr lang="en-US" sz="1500"/>
          </a:p>
          <a:p>
            <a:pPr marL="685800" lvl="1" indent="-342900">
              <a:buSzPct val="100000"/>
              <a:buChar char="•"/>
            </a:pPr>
            <a:r>
              <a:rPr lang="en-US" sz="13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MAE: RMSE penalizes large errors more, this is important because a big miss distorts team-level impact estimates</a:t>
            </a:r>
            <a:endParaRPr lang="en-US" sz="1500"/>
          </a:p>
          <a:p>
            <a:pPr marL="685800" lvl="1" indent="-342900">
              <a:buSzPct val="100000"/>
              <a:buChar char="•"/>
            </a:pPr>
            <a:r>
              <a:rPr lang="en-US" sz="13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R-squared: R² is misleadingly low for noisy game outcomes. RMSE is in interpretable units (runs)</a:t>
            </a:r>
            <a:endParaRPr lang="en-US"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708660"/>
            <a:ext cx="9144000" cy="4434840"/>
          </a:xfrm>
          <a:prstGeom prst="rect">
            <a:avLst/>
          </a:prstGeom>
          <a:solidFill>
            <a:srgbClr val="F5F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2024 Held-Out Test Set: Model vs Pythagorean Baseline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20040" y="804672"/>
            <a:ext cx="1920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20040" y="850392"/>
            <a:ext cx="192024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3.0493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320040" y="1494130"/>
            <a:ext cx="1920240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RS RMSE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(2024 test)</a:t>
            </a:r>
            <a:endParaRPr lang="en-US" sz="1000"/>
          </a:p>
        </p:txBody>
      </p:sp>
      <p:sp>
        <p:nvSpPr>
          <p:cNvPr id="10" name="Shape 7"/>
          <p:cNvSpPr/>
          <p:nvPr/>
        </p:nvSpPr>
        <p:spPr>
          <a:xfrm>
            <a:off x="2377440" y="804672"/>
            <a:ext cx="1920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377440" y="850392"/>
            <a:ext cx="192024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3.0730</a:t>
            </a:r>
            <a:endParaRPr lang="en-US" sz="2800"/>
          </a:p>
        </p:txBody>
      </p:sp>
      <p:sp>
        <p:nvSpPr>
          <p:cNvPr id="12" name="Text 9"/>
          <p:cNvSpPr/>
          <p:nvPr/>
        </p:nvSpPr>
        <p:spPr>
          <a:xfrm>
            <a:off x="2377440" y="1494130"/>
            <a:ext cx="1920240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RS RMSE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(2024 test)</a:t>
            </a:r>
            <a:endParaRPr lang="en-US" sz="1000"/>
          </a:p>
        </p:txBody>
      </p:sp>
      <p:sp>
        <p:nvSpPr>
          <p:cNvPr id="13" name="Shape 10"/>
          <p:cNvSpPr/>
          <p:nvPr/>
        </p:nvSpPr>
        <p:spPr>
          <a:xfrm>
            <a:off x="4434840" y="804672"/>
            <a:ext cx="1920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434840" y="850392"/>
            <a:ext cx="192024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57.96%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4434840" y="1494130"/>
            <a:ext cx="1920240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W/L Accuracy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(2024 test)</a:t>
            </a:r>
            <a:endParaRPr lang="en-US" sz="1000"/>
          </a:p>
        </p:txBody>
      </p:sp>
      <p:sp>
        <p:nvSpPr>
          <p:cNvPr id="16" name="Shape 13"/>
          <p:cNvSpPr/>
          <p:nvPr/>
        </p:nvSpPr>
        <p:spPr>
          <a:xfrm>
            <a:off x="6492240" y="804672"/>
            <a:ext cx="1920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492240" y="850392"/>
            <a:ext cx="192024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54.70%</a:t>
            </a:r>
            <a:endParaRPr lang="en-US" sz="2800"/>
          </a:p>
        </p:txBody>
      </p:sp>
      <p:sp>
        <p:nvSpPr>
          <p:cNvPr id="18" name="Text 15"/>
          <p:cNvSpPr/>
          <p:nvPr/>
        </p:nvSpPr>
        <p:spPr>
          <a:xfrm>
            <a:off x="6492240" y="1494130"/>
            <a:ext cx="1920240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W/L Accuracy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(2024 test)</a:t>
            </a:r>
            <a:endParaRPr lang="en-US" sz="1000"/>
          </a:p>
        </p:txBody>
      </p:sp>
      <p:sp>
        <p:nvSpPr>
          <p:cNvPr id="19" name="Text 16"/>
          <p:cNvSpPr/>
          <p:nvPr/>
        </p:nvSpPr>
        <p:spPr>
          <a:xfrm>
            <a:off x="365760" y="2148840"/>
            <a:ext cx="841248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Statistical tests: is the improvement real or sampling noise?</a:t>
            </a:r>
            <a:endParaRPr lang="en-US" sz="1500">
              <a:latin typeface="Calibri"/>
              <a:ea typeface="Calibri"/>
              <a:cs typeface="Calibri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65760" y="25786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paired t-test:  </a:t>
            </a:r>
            <a:r>
              <a:rPr lang="en-US" sz="14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−2.10,  p = 0.018     </a:t>
            </a: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squared errors significantly lower than baseline (one-sided H₁: model MSE &lt; baseline)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65760" y="3017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paired t-test:  </a:t>
            </a:r>
            <a:r>
              <a:rPr lang="en-US" sz="1400" b="1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−2.93,  p = 0.0017    </a:t>
            </a:r>
            <a:r>
              <a:rPr lang="en-US" sz="12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significant improvement in runs allowed prediction</a:t>
            </a:r>
            <a:endParaRPr lang="en-US" sz="1400"/>
          </a:p>
        </p:txBody>
      </p:sp>
      <p:sp>
        <p:nvSpPr>
          <p:cNvPr id="22" name="Text 19"/>
          <p:cNvSpPr/>
          <p:nvPr/>
        </p:nvSpPr>
        <p:spPr>
          <a:xfrm>
            <a:off x="365760" y="345643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W/L McNemar test:  </a:t>
            </a:r>
            <a:r>
              <a:rPr lang="en-US" sz="1400" b="1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7.31,  p = 0.0069    </a:t>
            </a:r>
            <a:r>
              <a:rPr lang="en-US" sz="12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correctly called 52 more games that the baseline missed</a:t>
            </a:r>
            <a:endParaRPr lang="en-US" sz="1400"/>
          </a:p>
        </p:txBody>
      </p:sp>
      <p:sp>
        <p:nvSpPr>
          <p:cNvPr id="23" name="Text 20"/>
          <p:cNvSpPr/>
          <p:nvPr/>
        </p:nvSpPr>
        <p:spPr>
          <a:xfrm>
            <a:off x="365760" y="395935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t-test: squared errors compared per game (paired because both methods predict the same games). McNemar’s test: compares per-game W/L correctness between classifiers.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708660"/>
            <a:ext cx="9144000" cy="4434840"/>
          </a:xfrm>
          <a:prstGeom prst="rect">
            <a:avLst/>
          </a:prstGeom>
          <a:solidFill>
            <a:srgbClr val="F5F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2024</a:t>
            </a:r>
            <a:endParaRPr lang="en-US" sz="2000" dirty="0">
              <a:latin typeface="Calibri"/>
              <a:ea typeface="Calibri"/>
              <a:cs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6148DB-9A48-A60F-4304-F47AD62F7F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1" b="4839"/>
          <a:stretch>
            <a:fillRect/>
          </a:stretch>
        </p:blipFill>
        <p:spPr>
          <a:xfrm>
            <a:off x="1234444" y="0"/>
            <a:ext cx="6675111" cy="51412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FFBE1-364D-923D-10BB-ACADD8F72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7D719B0-95C5-EFB4-8B25-ECBA4097907E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A2BE665-FB88-EDAF-693C-989F71EC1883}"/>
              </a:ext>
            </a:extLst>
          </p:cNvPr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714FE68-3F7A-F0BF-7191-7A456031B7D1}"/>
              </a:ext>
            </a:extLst>
          </p:cNvPr>
          <p:cNvSpPr/>
          <p:nvPr/>
        </p:nvSpPr>
        <p:spPr>
          <a:xfrm>
            <a:off x="0" y="708660"/>
            <a:ext cx="9144000" cy="4434840"/>
          </a:xfrm>
          <a:prstGeom prst="rect">
            <a:avLst/>
          </a:prstGeom>
          <a:solidFill>
            <a:srgbClr val="F5F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B2291F6-B502-2607-0634-30EEBA1EF80A}"/>
              </a:ext>
            </a:extLst>
          </p:cNvPr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2024 Performance Visuals: Model vs Baseline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40D2328-31DE-A0AE-4203-2682C6FA56E6}"/>
              </a:ext>
            </a:extLst>
          </p:cNvPr>
          <p:cNvSpPr/>
          <p:nvPr/>
        </p:nvSpPr>
        <p:spPr>
          <a:xfrm>
            <a:off x="274320" y="2656332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9EFF2FE-4E33-5063-7602-BE941B6DBE91}"/>
              </a:ext>
            </a:extLst>
          </p:cNvPr>
          <p:cNvSpPr/>
          <p:nvPr/>
        </p:nvSpPr>
        <p:spPr>
          <a:xfrm>
            <a:off x="4663440" y="2656332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E194B4A-0A27-BA7C-4E96-E7607C011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3148"/>
            <a:ext cx="91440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503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708660"/>
            <a:ext cx="9144000" cy="4434840"/>
          </a:xfrm>
          <a:prstGeom prst="rect">
            <a:avLst/>
          </a:prstGeom>
          <a:solidFill>
            <a:srgbClr val="F5F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Intervals &amp; Forecast Coverage Stars</a:t>
            </a:r>
            <a:endParaRPr lang="en-US" sz="2000"/>
          </a:p>
        </p:txBody>
      </p:sp>
      <p:sp>
        <p:nvSpPr>
          <p:cNvPr id="7" name="Shape 4"/>
          <p:cNvSpPr/>
          <p:nvPr/>
        </p:nvSpPr>
        <p:spPr>
          <a:xfrm>
            <a:off x="365760" y="804672"/>
            <a:ext cx="8412480" cy="594360"/>
          </a:xfrm>
          <a:prstGeom prst="rect">
            <a:avLst/>
          </a:prstGeom>
          <a:solidFill>
            <a:srgbClr val="E1F5EE"/>
          </a:solidFill>
          <a:ln w="1016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300" b="1">
                <a:solidFill>
                  <a:srgbClr val="085041"/>
                </a:solidFill>
                <a:latin typeface="Courier New"/>
                <a:ea typeface="Courier New" pitchFamily="34" charset="-122"/>
                <a:cs typeface="Courier New"/>
              </a:rPr>
              <a:t>RS/G CI = projection ± Z × (RMSE / √n) </a:t>
            </a:r>
            <a:br>
              <a:rPr lang="en-US" sz="1300" b="1">
                <a:latin typeface="Courier New"/>
                <a:ea typeface="Courier New" pitchFamily="34" charset="-122"/>
                <a:cs typeface="Courier New"/>
              </a:rPr>
            </a:br>
            <a:r>
              <a:rPr lang="en-US" sz="1300" b="1">
                <a:solidFill>
                  <a:srgbClr val="085041"/>
                </a:solidFill>
                <a:latin typeface="Courier New"/>
                <a:ea typeface="Courier New" pitchFamily="34" charset="-122"/>
                <a:cs typeface="Courier New"/>
              </a:rPr>
              <a:t>     Wins CI = </a:t>
            </a:r>
            <a:r>
              <a:rPr lang="en-US" sz="1300" b="1" err="1">
                <a:solidFill>
                  <a:srgbClr val="085041"/>
                </a:solidFill>
                <a:latin typeface="Courier New"/>
                <a:ea typeface="Courier New" pitchFamily="34" charset="-122"/>
                <a:cs typeface="Courier New"/>
              </a:rPr>
              <a:t>proj_wins</a:t>
            </a:r>
            <a:r>
              <a:rPr lang="en-US" sz="1300" b="1">
                <a:solidFill>
                  <a:srgbClr val="085041"/>
                </a:solidFill>
                <a:latin typeface="Courier New"/>
                <a:ea typeface="Courier New" pitchFamily="34" charset="-122"/>
                <a:cs typeface="Courier New"/>
              </a:rPr>
              <a:t> ± Z × √(Σ pᵢ(1−pᵢ))</a:t>
            </a:r>
            <a:endParaRPr lang="en-US" sz="1300">
              <a:latin typeface="Courier New"/>
              <a:cs typeface="Courier New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14630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~53 games per team: 90% CI ≈ ±0.70 R/G  |  95% CI ≈ ±0.83 R/G  |  99% CI ≈ ±1.09 R/G</a:t>
            </a:r>
            <a:endParaRPr lang="en-US" sz="1500"/>
          </a:p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wins: SD ≈ √(53 × 0.25) ≈ 3.6 wins  →  90% CI ≈ ±5.9 wins</a:t>
            </a:r>
            <a:endParaRPr lang="en-US" sz="1500"/>
          </a:p>
          <a:p>
            <a:pPr marL="0" indent="0">
              <a:buNone/>
            </a:pPr>
            <a:endParaRPr lang="en-US" sz="1500"/>
          </a:p>
        </p:txBody>
      </p:sp>
      <p:sp>
        <p:nvSpPr>
          <p:cNvPr id="10" name="Shape 7"/>
          <p:cNvSpPr/>
          <p:nvPr/>
        </p:nvSpPr>
        <p:spPr>
          <a:xfrm>
            <a:off x="274320" y="2331720"/>
            <a:ext cx="2057400" cy="178308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74320" y="237744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***</a:t>
            </a:r>
            <a:endParaRPr lang="en-US" sz="2200"/>
          </a:p>
        </p:txBody>
      </p:sp>
      <p:sp>
        <p:nvSpPr>
          <p:cNvPr id="12" name="Text 9"/>
          <p:cNvSpPr/>
          <p:nvPr/>
        </p:nvSpPr>
        <p:spPr>
          <a:xfrm>
            <a:off x="274320" y="297180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90% CI</a:t>
            </a:r>
            <a:endParaRPr lang="en-US" sz="1200"/>
          </a:p>
        </p:txBody>
      </p:sp>
      <p:sp>
        <p:nvSpPr>
          <p:cNvPr id="13" name="Text 10"/>
          <p:cNvSpPr/>
          <p:nvPr/>
        </p:nvSpPr>
        <p:spPr>
          <a:xfrm>
            <a:off x="274320" y="3337560"/>
            <a:ext cx="205740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5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Tightest band = best prediction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2450592" y="2331720"/>
            <a:ext cx="2057400" cy="1783080"/>
          </a:xfrm>
          <a:prstGeom prst="rect">
            <a:avLst/>
          </a:prstGeom>
          <a:solidFill>
            <a:srgbClr val="E6F1FB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450592" y="237744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</a:t>
            </a:r>
            <a:endParaRPr lang="en-US" sz="2200"/>
          </a:p>
        </p:txBody>
      </p:sp>
      <p:sp>
        <p:nvSpPr>
          <p:cNvPr id="16" name="Text 13"/>
          <p:cNvSpPr/>
          <p:nvPr/>
        </p:nvSpPr>
        <p:spPr>
          <a:xfrm>
            <a:off x="2450592" y="297180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95% CI</a:t>
            </a:r>
            <a:endParaRPr lang="en-US" sz="1200"/>
          </a:p>
        </p:txBody>
      </p:sp>
      <p:sp>
        <p:nvSpPr>
          <p:cNvPr id="17" name="Text 14"/>
          <p:cNvSpPr/>
          <p:nvPr/>
        </p:nvSpPr>
        <p:spPr>
          <a:xfrm>
            <a:off x="2450592" y="333756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90%, inside 95%</a:t>
            </a:r>
            <a:endParaRPr lang="en-US" sz="1050"/>
          </a:p>
        </p:txBody>
      </p:sp>
      <p:sp>
        <p:nvSpPr>
          <p:cNvPr id="18" name="Shape 15"/>
          <p:cNvSpPr/>
          <p:nvPr/>
        </p:nvSpPr>
        <p:spPr>
          <a:xfrm>
            <a:off x="4626864" y="2331720"/>
            <a:ext cx="2057400" cy="1783080"/>
          </a:xfrm>
          <a:prstGeom prst="rect">
            <a:avLst/>
          </a:prstGeom>
          <a:solidFill>
            <a:srgbClr val="FFF0EB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626864" y="237744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2200"/>
          </a:p>
        </p:txBody>
      </p:sp>
      <p:sp>
        <p:nvSpPr>
          <p:cNvPr id="20" name="Text 17"/>
          <p:cNvSpPr/>
          <p:nvPr/>
        </p:nvSpPr>
        <p:spPr>
          <a:xfrm>
            <a:off x="4626864" y="297180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99% CI</a:t>
            </a:r>
            <a:endParaRPr lang="en-US" sz="1200"/>
          </a:p>
        </p:txBody>
      </p:sp>
      <p:sp>
        <p:nvSpPr>
          <p:cNvPr id="21" name="Text 18"/>
          <p:cNvSpPr/>
          <p:nvPr/>
        </p:nvSpPr>
        <p:spPr>
          <a:xfrm>
            <a:off x="4626864" y="333756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95%, inside 99%</a:t>
            </a:r>
            <a:endParaRPr lang="en-US" sz="1050"/>
          </a:p>
        </p:txBody>
      </p:sp>
      <p:sp>
        <p:nvSpPr>
          <p:cNvPr id="22" name="Shape 19"/>
          <p:cNvSpPr/>
          <p:nvPr/>
        </p:nvSpPr>
        <p:spPr>
          <a:xfrm>
            <a:off x="6803136" y="2331720"/>
            <a:ext cx="2057400" cy="1783080"/>
          </a:xfrm>
          <a:prstGeom prst="rect">
            <a:avLst/>
          </a:prstGeom>
          <a:solidFill>
            <a:srgbClr val="F9F9F7"/>
          </a:solidFill>
          <a:ln w="12700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803136" y="237744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(blank)</a:t>
            </a:r>
            <a:endParaRPr lang="en-US" sz="2200"/>
          </a:p>
        </p:txBody>
      </p:sp>
      <p:sp>
        <p:nvSpPr>
          <p:cNvPr id="24" name="Text 21"/>
          <p:cNvSpPr/>
          <p:nvPr/>
        </p:nvSpPr>
        <p:spPr>
          <a:xfrm>
            <a:off x="6803136" y="297180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99% CI</a:t>
            </a:r>
            <a:endParaRPr lang="en-US" sz="1200"/>
          </a:p>
        </p:txBody>
      </p:sp>
      <p:sp>
        <p:nvSpPr>
          <p:cNvPr id="25" name="Text 22"/>
          <p:cNvSpPr/>
          <p:nvPr/>
        </p:nvSpPr>
        <p:spPr>
          <a:xfrm>
            <a:off x="6803136" y="333756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significantly missed</a:t>
            </a:r>
            <a:endParaRPr lang="en-US" sz="1050"/>
          </a:p>
        </p:txBody>
      </p:sp>
      <p:sp>
        <p:nvSpPr>
          <p:cNvPr id="26" name="Text 23"/>
          <p:cNvSpPr/>
          <p:nvPr/>
        </p:nvSpPr>
        <p:spPr>
          <a:xfrm>
            <a:off x="365760" y="42245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stars = actual result was closer to the projection. NYM’s RS/G earned no stars — +1.12 R/G above projection was outside even the 99% CI.</a:t>
            </a:r>
            <a:endParaRPr lang="en-US"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5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Impact Estimates</a:t>
            </a:r>
            <a:endParaRPr lang="en-US" sz="340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returns for all 30 teams</a:t>
            </a:r>
            <a:endParaRPr lang="en-US" sz="2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2025 Trade Deadline Impact: All 30 Teams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228600" y="266090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2025_deadline_impact_summary.png]</a:t>
            </a:r>
            <a:endParaRPr lang="en-US" sz="13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0D973A-33B0-151C-416C-D57831428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61" y="724946"/>
            <a:ext cx="7869677" cy="437204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708660"/>
            <a:ext cx="9144000" cy="4434840"/>
          </a:xfrm>
          <a:prstGeom prst="rect">
            <a:avLst/>
          </a:prstGeom>
          <a:solidFill>
            <a:srgbClr val="F5F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2025 Findings</a:t>
            </a:r>
            <a:endParaRPr lang="en-US" sz="2000"/>
          </a:p>
        </p:txBody>
      </p:sp>
      <p:sp>
        <p:nvSpPr>
          <p:cNvPr id="7" name="Shape 4"/>
          <p:cNvSpPr/>
          <p:nvPr/>
        </p:nvSpPr>
        <p:spPr>
          <a:xfrm>
            <a:off x="274320" y="777240"/>
            <a:ext cx="4023360" cy="4160520"/>
          </a:xfrm>
          <a:prstGeom prst="rect">
            <a:avLst/>
          </a:prstGeom>
          <a:solidFill>
            <a:srgbClr val="E1F5EE"/>
          </a:solidFill>
          <a:ln w="1016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74320" y="79552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Outperformed Projection</a:t>
            </a:r>
            <a:endParaRPr lang="en-US" sz="1300"/>
          </a:p>
        </p:txBody>
      </p:sp>
      <p:sp>
        <p:nvSpPr>
          <p:cNvPr id="9" name="Shape 6"/>
          <p:cNvSpPr/>
          <p:nvPr/>
        </p:nvSpPr>
        <p:spPr>
          <a:xfrm>
            <a:off x="274320" y="1207008"/>
            <a:ext cx="4023360" cy="0"/>
          </a:xfrm>
          <a:prstGeom prst="line">
            <a:avLst/>
          </a:prstGeom>
          <a:noFill/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20040" y="1261872"/>
            <a:ext cx="39319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  +6 wins  </a:t>
            </a:r>
            <a:endParaRPr lang="en-US" sz="1500" dirty="0"/>
          </a:p>
          <a:p>
            <a:pPr marL="685800" lvl="1" indent="-342900"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Offense-driven: +0.54 R/G above projection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  +5 wins  </a:t>
            </a:r>
            <a:endParaRPr lang="en-US" sz="1500" dirty="0"/>
          </a:p>
          <a:p>
            <a:pPr marL="685800" lvl="1" indent="-342900"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Pitching-driven: −0.71 RA/G below projection  ***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  +5 wins  </a:t>
            </a:r>
            <a:endParaRPr lang="en-US" sz="1500" dirty="0"/>
          </a:p>
          <a:p>
            <a:pPr marL="685800" lvl="1" indent="-342900"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offense: +0.80 R/G above projection  **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OAK  +5 wins  </a:t>
            </a:r>
            <a:endParaRPr lang="en-US" sz="1500" dirty="0"/>
          </a:p>
          <a:p>
            <a:pPr marL="685800" lvl="1" indent="-342900"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improved vs projection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0" y="777240"/>
            <a:ext cx="4251960" cy="4160520"/>
          </a:xfrm>
          <a:prstGeom prst="rect">
            <a:avLst/>
          </a:prstGeom>
          <a:solidFill>
            <a:srgbClr val="FFF0EB"/>
          </a:solidFill>
          <a:ln w="1016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0" y="795528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Underperformed Projection</a:t>
            </a:r>
            <a:endParaRPr lang="en-US" sz="1300"/>
          </a:p>
        </p:txBody>
      </p:sp>
      <p:sp>
        <p:nvSpPr>
          <p:cNvPr id="13" name="Shape 10"/>
          <p:cNvSpPr/>
          <p:nvPr/>
        </p:nvSpPr>
        <p:spPr>
          <a:xfrm>
            <a:off x="4572000" y="1207008"/>
            <a:ext cx="4251960" cy="0"/>
          </a:xfrm>
          <a:prstGeom prst="line">
            <a:avLst/>
          </a:prstGeom>
          <a:noFill/>
          <a:ln w="635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617720" y="1261872"/>
            <a:ext cx="4160520" cy="3611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NYM  −7 wins  </a:t>
            </a:r>
            <a:endParaRPr lang="en-US" sz="1500" dirty="0">
              <a:latin typeface="Calibri"/>
              <a:ea typeface="Calibri"/>
              <a:cs typeface="Calibri"/>
            </a:endParaRPr>
          </a:p>
          <a:p>
            <a:pPr marL="685800" lvl="1" indent="-342900"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+0.89 R/G— historic offense</a:t>
            </a:r>
            <a:endParaRPr lang="en-US" sz="1500" dirty="0">
              <a:latin typeface="Calibri"/>
              <a:ea typeface="Calibri"/>
              <a:cs typeface="Calibri"/>
            </a:endParaRPr>
          </a:p>
          <a:p>
            <a:pPr marL="685800" lvl="1" indent="-342900"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+0.89 RA/G = pitching collapse offset all offensive gains</a:t>
            </a:r>
            <a:endParaRPr lang="en-US" sz="15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MIN  −6 wins  </a:t>
            </a:r>
            <a:endParaRPr lang="en-US" sz="1500" dirty="0">
              <a:latin typeface="Calibri"/>
              <a:ea typeface="Calibri"/>
              <a:cs typeface="Calibri"/>
            </a:endParaRPr>
          </a:p>
          <a:p>
            <a:pPr marL="685800" lvl="1" indent="-342900"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Pitching collapse: +0.72 RA/G above projection</a:t>
            </a:r>
            <a:endParaRPr lang="en-US" sz="1500" dirty="0"/>
          </a:p>
          <a:p>
            <a:pPr marL="685800" lvl="1" indent="-342900"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Traded several players including pitchers</a:t>
            </a:r>
            <a:endParaRPr lang="en-US" sz="15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 −5 wins</a:t>
            </a:r>
            <a:endParaRPr lang="en-US" sz="1500" dirty="0"/>
          </a:p>
          <a:p>
            <a:pPr marL="685800" lvl="1" indent="-342900"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RS and RA underperformed despite adding Morton &amp; Finnegan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5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Team</a:t>
            </a:r>
            <a:endParaRPr lang="en-US" sz="3400"/>
          </a:p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Dives</a:t>
            </a:r>
            <a:endParaRPr lang="en-US" sz="340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ITS-style panels with trade annotations</a:t>
            </a:r>
            <a:endParaRPr lang="en-US" sz="2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708660"/>
            <a:ext cx="9144000" cy="4434840"/>
          </a:xfrm>
          <a:prstGeom prst="rect">
            <a:avLst/>
          </a:prstGeom>
          <a:solidFill>
            <a:srgbClr val="F5F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Team Deep Dive: ATL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274320" y="2656332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NYM_2025_its_panel.png]</a:t>
            </a:r>
            <a:endParaRPr lang="en-US" sz="13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81D93D-F17D-46D7-04D0-1D7DDAA5C7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85" b="17512"/>
          <a:stretch>
            <a:fillRect/>
          </a:stretch>
        </p:blipFill>
        <p:spPr>
          <a:xfrm>
            <a:off x="496876" y="712969"/>
            <a:ext cx="8154228" cy="442914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708660"/>
            <a:ext cx="9144000" cy="4434840"/>
          </a:xfrm>
          <a:prstGeom prst="rect">
            <a:avLst/>
          </a:prstGeom>
          <a:solidFill>
            <a:srgbClr val="F5F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Team Deep Dive: NYM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274320" y="2656332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CLE_2025_its_panel.png]</a:t>
            </a:r>
            <a:endParaRPr lang="en-US" sz="13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595330A-20C4-FB50-7985-2C6789E689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08" b="17097"/>
          <a:stretch>
            <a:fillRect/>
          </a:stretch>
        </p:blipFill>
        <p:spPr>
          <a:xfrm>
            <a:off x="590135" y="712304"/>
            <a:ext cx="7963739" cy="442978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C6CE1-AE40-8FA3-D5D9-C752929B1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405234B-1A2C-F6FF-7062-4960C95B407E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377EF55-37D5-A92C-2FEA-4855EADD19DA}"/>
              </a:ext>
            </a:extLst>
          </p:cNvPr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AD0E22F-010C-F4D2-C5B2-CBF6C68B4BDF}"/>
              </a:ext>
            </a:extLst>
          </p:cNvPr>
          <p:cNvSpPr/>
          <p:nvPr/>
        </p:nvSpPr>
        <p:spPr>
          <a:xfrm>
            <a:off x="0" y="708660"/>
            <a:ext cx="9144000" cy="4434840"/>
          </a:xfrm>
          <a:prstGeom prst="rect">
            <a:avLst/>
          </a:prstGeom>
          <a:solidFill>
            <a:srgbClr val="F5F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2FDC238-B35D-23E9-3B34-0453D0556FFE}"/>
              </a:ext>
            </a:extLst>
          </p:cNvPr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Team Deep Dive: CHW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62D7577-1526-982C-0EF7-1BA48D5DF065}"/>
              </a:ext>
            </a:extLst>
          </p:cNvPr>
          <p:cNvSpPr/>
          <p:nvPr/>
        </p:nvSpPr>
        <p:spPr>
          <a:xfrm>
            <a:off x="274320" y="2656332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CLE_2025_its_panel.png]</a:t>
            </a:r>
            <a:endParaRPr lang="en-US" sz="13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12874D-D19C-2678-C2FF-A0B78E7CE9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08" b="17419"/>
          <a:stretch>
            <a:fillRect/>
          </a:stretch>
        </p:blipFill>
        <p:spPr>
          <a:xfrm>
            <a:off x="598418" y="712304"/>
            <a:ext cx="7947174" cy="4429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627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9FF3-CA01-F2F6-4274-3D9741905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D761FFB-7311-A634-BDCC-182E159781F9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20EE72A-5D4E-5064-401A-500B4A42F101}"/>
              </a:ext>
            </a:extLst>
          </p:cNvPr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8658F66-0389-6C70-04AE-113355E06FF9}"/>
              </a:ext>
            </a:extLst>
          </p:cNvPr>
          <p:cNvSpPr/>
          <p:nvPr/>
        </p:nvSpPr>
        <p:spPr>
          <a:xfrm>
            <a:off x="0" y="708660"/>
            <a:ext cx="9144000" cy="4434840"/>
          </a:xfrm>
          <a:prstGeom prst="rect">
            <a:avLst/>
          </a:prstGeom>
          <a:solidFill>
            <a:srgbClr val="F5F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F5390AC-4C41-439A-7DBF-1717781B8B95}"/>
              </a:ext>
            </a:extLst>
          </p:cNvPr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Team Deep Dive: CLE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94123AC-3F87-D9C6-4AC4-74B4DCBF1821}"/>
              </a:ext>
            </a:extLst>
          </p:cNvPr>
          <p:cNvSpPr/>
          <p:nvPr/>
        </p:nvSpPr>
        <p:spPr>
          <a:xfrm>
            <a:off x="274320" y="2656332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CLE_2025_its_panel.png]</a:t>
            </a:r>
            <a:endParaRPr lang="en-US" sz="13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A5774B-99A6-6CA9-5304-0A5D2CA380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08" b="17903"/>
          <a:stretch>
            <a:fillRect/>
          </a:stretch>
        </p:blipFill>
        <p:spPr>
          <a:xfrm>
            <a:off x="548722" y="712304"/>
            <a:ext cx="8046565" cy="4429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2173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3BC73-A418-4374-437D-66FCD98FB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9F7926F-C06B-5B88-64D0-774CE6B7EEF9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956A476-BB69-354C-7756-462130ADA96E}"/>
              </a:ext>
            </a:extLst>
          </p:cNvPr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7CF3B56-8BED-3213-6DE3-078463852D7D}"/>
              </a:ext>
            </a:extLst>
          </p:cNvPr>
          <p:cNvSpPr/>
          <p:nvPr/>
        </p:nvSpPr>
        <p:spPr>
          <a:xfrm>
            <a:off x="0" y="708660"/>
            <a:ext cx="9144000" cy="4434840"/>
          </a:xfrm>
          <a:prstGeom prst="rect">
            <a:avLst/>
          </a:prstGeom>
          <a:solidFill>
            <a:srgbClr val="F5F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03FC877-EDC1-CACA-47E3-EA9F3887FA6A}"/>
              </a:ext>
            </a:extLst>
          </p:cNvPr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Team Deep Dive: DET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77BE7D2-1B81-F253-EE90-A3999BC43A61}"/>
              </a:ext>
            </a:extLst>
          </p:cNvPr>
          <p:cNvSpPr/>
          <p:nvPr/>
        </p:nvSpPr>
        <p:spPr>
          <a:xfrm>
            <a:off x="274320" y="2656332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CLE_2025_its_panel.png]</a:t>
            </a:r>
            <a:endParaRPr lang="en-US" sz="13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24A8793-E2C6-7FFF-A747-3856338DDF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08" b="16613"/>
          <a:stretch>
            <a:fillRect/>
          </a:stretch>
        </p:blipFill>
        <p:spPr>
          <a:xfrm>
            <a:off x="631548" y="712304"/>
            <a:ext cx="7872630" cy="442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0957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5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340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framework goes next</a:t>
            </a:r>
            <a:endParaRPr lang="en-US" sz="22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708660"/>
            <a:ext cx="9144000" cy="4434840"/>
          </a:xfrm>
          <a:prstGeom prst="rect">
            <a:avLst/>
          </a:prstGeom>
          <a:solidFill>
            <a:srgbClr val="F5F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&amp; Improvements</a:t>
            </a:r>
            <a:endParaRPr lang="en-US" sz="2000"/>
          </a:p>
        </p:txBody>
      </p:sp>
      <p:sp>
        <p:nvSpPr>
          <p:cNvPr id="7" name="Text 4"/>
          <p:cNvSpPr/>
          <p:nvPr/>
        </p:nvSpPr>
        <p:spPr>
          <a:xfrm>
            <a:off x="365760" y="777240"/>
            <a:ext cx="8412480" cy="4160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improvements</a:t>
            </a:r>
            <a:endParaRPr lang="en-US" sz="1500"/>
          </a:p>
          <a:p>
            <a:pPr marL="685800" lvl="1" indent="-342900">
              <a:buSzPct val="100000"/>
              <a:buChar char="•"/>
            </a:pPr>
            <a:r>
              <a:rPr lang="en-US" sz="1350" err="1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Statcast</a:t>
            </a:r>
            <a:r>
              <a:rPr lang="en-US" sz="135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 integration: </a:t>
            </a:r>
            <a:r>
              <a:rPr lang="en-US" sz="1350" err="1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xwOBA</a:t>
            </a:r>
            <a:r>
              <a:rPr lang="en-US" sz="135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350" err="1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xERA</a:t>
            </a:r>
            <a:r>
              <a:rPr lang="en-US" sz="135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, barrel rate, sprint speed = better pre-deadline profiles</a:t>
            </a:r>
            <a:endParaRPr lang="en-US" sz="1500">
              <a:latin typeface="Calibri"/>
              <a:ea typeface="Calibri"/>
              <a:cs typeface="Calibri"/>
            </a:endParaRPr>
          </a:p>
          <a:p>
            <a:pPr marL="685800" lvl="1" indent="-342900">
              <a:buSzPct val="100000"/>
              <a:buChar char="•"/>
            </a:pPr>
            <a:r>
              <a:rPr lang="en-US" sz="135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Park factor adjustments: explicit run environment correction beyond </a:t>
            </a:r>
            <a:r>
              <a:rPr lang="en-US" sz="1350" err="1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is_home</a:t>
            </a:r>
            <a:endParaRPr lang="en-US" sz="1500">
              <a:latin typeface="Calibri"/>
              <a:ea typeface="Calibri"/>
              <a:cs typeface="Calibri"/>
            </a:endParaRPr>
          </a:p>
          <a:p>
            <a:pPr marL="685800" lvl="1" indent="-342900">
              <a:buSzPct val="100000"/>
              <a:buChar char="•"/>
            </a:pPr>
            <a:r>
              <a:rPr lang="en-US" sz="13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data: days on IL per player, severity weighting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342900" indent="-342900">
              <a:buSzPct val="100000"/>
              <a:buChar char="•"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 improvements</a:t>
            </a:r>
            <a:endParaRPr lang="en-US" sz="1500"/>
          </a:p>
          <a:p>
            <a:pPr marL="685800" lvl="1" indent="-342900">
              <a:buSzPct val="100000"/>
              <a:buChar char="•"/>
            </a:pPr>
            <a:r>
              <a:rPr lang="en-US" sz="13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Player-level modeling: project individual player contributions and aggregate to team level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342900" indent="-342900">
              <a:buSzPct val="100000"/>
              <a:buChar char="•"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expansion</a:t>
            </a:r>
            <a:endParaRPr lang="en-US" sz="1500"/>
          </a:p>
          <a:p>
            <a:pPr marL="685800" lvl="1" indent="-342900">
              <a:buSzPct val="100000"/>
              <a:buChar char="•"/>
            </a:pPr>
            <a:r>
              <a:rPr lang="en-US" sz="13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Playoff impact: do deadline acquisitions predict postseason performance?</a:t>
            </a:r>
            <a:endParaRPr lang="en-US" sz="1500"/>
          </a:p>
          <a:p>
            <a:pPr marL="685800" lvl="1" indent="-342900">
              <a:buSzPct val="100000"/>
              <a:buChar char="•"/>
            </a:pPr>
            <a:r>
              <a:rPr lang="en-US" sz="13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efficiency: are certain types of trades (rental pitchers, contact hitters) systematically over/undervalued?</a:t>
            </a:r>
            <a:endParaRPr lang="en-US" sz="15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5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708660"/>
            <a:ext cx="9144000" cy="4434840"/>
          </a:xfrm>
          <a:prstGeom prst="rect">
            <a:avLst/>
          </a:prstGeom>
          <a:solidFill>
            <a:srgbClr val="F5F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and What We Found</a:t>
            </a:r>
            <a:endParaRPr lang="en-US" sz="2000"/>
          </a:p>
        </p:txBody>
      </p:sp>
      <p:sp>
        <p:nvSpPr>
          <p:cNvPr id="7" name="Shape 4"/>
          <p:cNvSpPr/>
          <p:nvPr/>
        </p:nvSpPr>
        <p:spPr>
          <a:xfrm>
            <a:off x="274320" y="804672"/>
            <a:ext cx="19202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74320" y="850392"/>
            <a:ext cx="1920240" cy="62865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3.0524</a:t>
            </a:r>
            <a:endParaRPr lang="en-US" sz="2800"/>
          </a:p>
        </p:txBody>
      </p:sp>
      <p:sp>
        <p:nvSpPr>
          <p:cNvPr id="9" name="Text 6"/>
          <p:cNvSpPr/>
          <p:nvPr/>
        </p:nvSpPr>
        <p:spPr>
          <a:xfrm>
            <a:off x="274320" y="1467612"/>
            <a:ext cx="19202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RMSE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test set</a:t>
            </a:r>
            <a:endParaRPr lang="en-US" sz="1000"/>
          </a:p>
        </p:txBody>
      </p:sp>
      <p:sp>
        <p:nvSpPr>
          <p:cNvPr id="10" name="Shape 7"/>
          <p:cNvSpPr/>
          <p:nvPr/>
        </p:nvSpPr>
        <p:spPr>
          <a:xfrm>
            <a:off x="2331720" y="804672"/>
            <a:ext cx="19202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331720" y="850392"/>
            <a:ext cx="1920240" cy="62865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57.96%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2331720" y="1467612"/>
            <a:ext cx="19202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W/L Accuracy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test set</a:t>
            </a:r>
            <a:endParaRPr lang="en-US" sz="1000"/>
          </a:p>
        </p:txBody>
      </p:sp>
      <p:sp>
        <p:nvSpPr>
          <p:cNvPr id="13" name="Shape 10"/>
          <p:cNvSpPr/>
          <p:nvPr/>
        </p:nvSpPr>
        <p:spPr>
          <a:xfrm>
            <a:off x="4389120" y="804672"/>
            <a:ext cx="19202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389120" y="850392"/>
            <a:ext cx="1920240" cy="62865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p=0.0017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4389120" y="1467612"/>
            <a:ext cx="19202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t-test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&lt; Baseline</a:t>
            </a:r>
            <a:endParaRPr lang="en-US" sz="1000"/>
          </a:p>
        </p:txBody>
      </p:sp>
      <p:sp>
        <p:nvSpPr>
          <p:cNvPr id="16" name="Shape 13"/>
          <p:cNvSpPr/>
          <p:nvPr/>
        </p:nvSpPr>
        <p:spPr>
          <a:xfrm>
            <a:off x="6446520" y="804672"/>
            <a:ext cx="19202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446520" y="850392"/>
            <a:ext cx="1920240" cy="62865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p=0.007</a:t>
            </a:r>
            <a:endParaRPr lang="en-US" sz="2800"/>
          </a:p>
        </p:txBody>
      </p:sp>
      <p:sp>
        <p:nvSpPr>
          <p:cNvPr id="18" name="Text 15"/>
          <p:cNvSpPr/>
          <p:nvPr/>
        </p:nvSpPr>
        <p:spPr>
          <a:xfrm>
            <a:off x="6446520" y="1467612"/>
            <a:ext cx="19202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McNemar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W/L Improvement</a:t>
            </a:r>
            <a:endParaRPr lang="en-US" sz="1000"/>
          </a:p>
        </p:txBody>
      </p:sp>
      <p:sp>
        <p:nvSpPr>
          <p:cNvPr id="19" name="Text 16"/>
          <p:cNvSpPr/>
          <p:nvPr/>
        </p:nvSpPr>
        <p:spPr>
          <a:xfrm>
            <a:off x="365760" y="2084832"/>
            <a:ext cx="8412480" cy="2880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500" dirty="0"/>
          </a:p>
          <a:p>
            <a:pPr marL="685800" lvl="1" indent="-342900"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Three independent </a:t>
            </a:r>
            <a:r>
              <a:rPr lang="en-US" sz="1350" dirty="0" err="1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CatBoost</a:t>
            </a:r>
            <a:r>
              <a:rPr lang="en-US" sz="1350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 models trained on 2005–2024 pre-deadline profiles, projecting 2025 second-half performance for all 30 teams with confidence intervals and forecast coverage stars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500" dirty="0"/>
          </a:p>
          <a:p>
            <a:pPr marL="685800" lvl="1" indent="-342900"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significantly outperforms the Pythagorean baseline on RS (p=0.018), RA (p=0.0017), and W/L (McNemar p=0.007) on the 2024 held-out test set</a:t>
            </a:r>
            <a:endParaRPr lang="en-US" sz="1500" dirty="0"/>
          </a:p>
          <a:p>
            <a:pPr marL="685800" lvl="1" indent="-342900"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Most 2025 deadline impacts fall within the model’s expected range, consistent with the inherent uncertainty of 53-game samples</a:t>
            </a:r>
            <a:endParaRPr lang="en-US" sz="1500" dirty="0">
              <a:latin typeface="Calibri"/>
              <a:ea typeface="Calibri"/>
              <a:cs typeface="Calibri"/>
            </a:endParaRPr>
          </a:p>
          <a:p>
            <a:pPr marL="685800" lvl="1" indent="-342900"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NYM’s RS/G improvement (+1.12 R/G) was outside the 99% CI, an unprecedented offensive outcome still resulting in EIGHT more losses than expected due to an inflated ERA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1500" dirty="0"/>
          </a:p>
          <a:p>
            <a:pPr marL="685800" lvl="1" indent="-342900"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Deadline moves matter, but quantifying how much requires a rigorous counterfactual framework. Excess returns tell a more honest story than wins above .500.</a:t>
            </a:r>
            <a:endParaRPr lang="en-US" sz="15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i="1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60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Li, Huang &amp; Li (2022) — Entropy 24(2):288  |  Prokhorenkova et al. (2018) — CatBoost NeurIPS  |  Shadish, Cook &amp; Campbell (2002)</a:t>
            </a:r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457200" y="44622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MLB Trade Deadline Impact Model  |  April 2026</a:t>
            </a:r>
            <a:endParaRPr 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2128</Words>
  <Application>Microsoft Office PowerPoint</Application>
  <PresentationFormat>On-screen Show (16:9)</PresentationFormat>
  <Paragraphs>291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MLB Trade Deadline Impact Model</dc:title>
  <dc:subject>PptxGenJS Presentation</dc:subject>
  <dc:creator>PptxGenJS</dc:creator>
  <cp:lastModifiedBy>Jack Behnfeldt</cp:lastModifiedBy>
  <cp:revision>1</cp:revision>
  <dcterms:created xsi:type="dcterms:W3CDTF">2026-04-17T00:15:01Z</dcterms:created>
  <dcterms:modified xsi:type="dcterms:W3CDTF">2026-04-24T19:50:28Z</dcterms:modified>
</cp:coreProperties>
</file>